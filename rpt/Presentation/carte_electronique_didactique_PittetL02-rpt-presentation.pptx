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37"/>
  </p:notesMasterIdLst>
  <p:sldIdLst>
    <p:sldId id="277" r:id="rId2"/>
    <p:sldId id="256" r:id="rId3"/>
    <p:sldId id="260" r:id="rId4"/>
    <p:sldId id="257" r:id="rId5"/>
    <p:sldId id="264" r:id="rId6"/>
    <p:sldId id="276" r:id="rId7"/>
    <p:sldId id="259" r:id="rId8"/>
    <p:sldId id="261" r:id="rId9"/>
    <p:sldId id="265" r:id="rId10"/>
    <p:sldId id="266" r:id="rId11"/>
    <p:sldId id="282" r:id="rId12"/>
    <p:sldId id="272" r:id="rId13"/>
    <p:sldId id="283" r:id="rId14"/>
    <p:sldId id="273" r:id="rId15"/>
    <p:sldId id="284" r:id="rId16"/>
    <p:sldId id="278" r:id="rId17"/>
    <p:sldId id="279" r:id="rId18"/>
    <p:sldId id="286" r:id="rId19"/>
    <p:sldId id="287" r:id="rId20"/>
    <p:sldId id="288" r:id="rId21"/>
    <p:sldId id="281" r:id="rId22"/>
    <p:sldId id="280" r:id="rId23"/>
    <p:sldId id="297" r:id="rId24"/>
    <p:sldId id="271" r:id="rId25"/>
    <p:sldId id="263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70" r:id="rId34"/>
    <p:sldId id="289" r:id="rId35"/>
    <p:sldId id="268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720C1-1494-4239-865F-E5926CBC44F0}" v="259" dt="2025-06-12T07:04:32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9" autoAdjust="0"/>
    <p:restoredTop sz="94005" autoAdjust="0"/>
  </p:normalViewPr>
  <p:slideViewPr>
    <p:cSldViewPr snapToGrid="0">
      <p:cViewPr varScale="1">
        <p:scale>
          <a:sx n="105" d="100"/>
          <a:sy n="105" d="100"/>
        </p:scale>
        <p:origin x="648" y="102"/>
      </p:cViewPr>
      <p:guideLst/>
    </p:cSldViewPr>
  </p:slideViewPr>
  <p:notesTextViewPr>
    <p:cViewPr>
      <p:scale>
        <a:sx n="1" d="1"/>
        <a:sy n="1" d="1"/>
      </p:scale>
      <p:origin x="0" y="-46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ch Laurent" userId="S::gauchl@edufr.ch::16383e90-c141-4c79-8f29-ff8f16153a76" providerId="AD" clId="Web-{B355EE3E-9927-039A-019A-9F6D6506C102}"/>
    <pc:docChg chg="mod addSld modSld sldOrd modMainMaster">
      <pc:chgData name="Gauch Laurent" userId="S::gauchl@edufr.ch::16383e90-c141-4c79-8f29-ff8f16153a76" providerId="AD" clId="Web-{B355EE3E-9927-039A-019A-9F6D6506C102}" dt="2020-04-23T08:55:12.992" v="552" actId="20577"/>
      <pc:docMkLst>
        <pc:docMk/>
      </pc:docMkLst>
      <pc:sldChg chg="addSp delSp modSp new modTransition">
        <pc:chgData name="Gauch Laurent" userId="S::gauchl@edufr.ch::16383e90-c141-4c79-8f29-ff8f16153a76" providerId="AD" clId="Web-{B355EE3E-9927-039A-019A-9F6D6506C102}" dt="2020-04-23T08:53:18.741" v="505" actId="20577"/>
        <pc:sldMkLst>
          <pc:docMk/>
          <pc:sldMk cId="2739643171" sldId="256"/>
        </pc:sldMkLst>
      </pc:sldChg>
      <pc:sldChg chg="addSp modSp new modTransition">
        <pc:chgData name="Gauch Laurent" userId="S::gauchl@edufr.ch::16383e90-c141-4c79-8f29-ff8f16153a76" providerId="AD" clId="Web-{B355EE3E-9927-039A-019A-9F6D6506C102}" dt="2020-04-23T08:54:44.054" v="525" actId="20577"/>
        <pc:sldMkLst>
          <pc:docMk/>
          <pc:sldMk cId="1624261559" sldId="257"/>
        </pc:sldMkLst>
      </pc:sldChg>
      <pc:sldChg chg="addSp modSp new modTransition">
        <pc:chgData name="Gauch Laurent" userId="S::gauchl@edufr.ch::16383e90-c141-4c79-8f29-ff8f16153a76" providerId="AD" clId="Web-{B355EE3E-9927-039A-019A-9F6D6506C102}" dt="2020-04-23T08:54:49.476" v="530" actId="20577"/>
        <pc:sldMkLst>
          <pc:docMk/>
          <pc:sldMk cId="1630019254" sldId="258"/>
        </pc:sldMkLst>
      </pc:sldChg>
      <pc:sldChg chg="addSp modSp new modTransition">
        <pc:chgData name="Gauch Laurent" userId="S::gauchl@edufr.ch::16383e90-c141-4c79-8f29-ff8f16153a76" providerId="AD" clId="Web-{B355EE3E-9927-039A-019A-9F6D6506C102}" dt="2020-04-23T08:54:55.273" v="535" actId="20577"/>
        <pc:sldMkLst>
          <pc:docMk/>
          <pc:sldMk cId="470656552" sldId="259"/>
        </pc:sldMkLst>
      </pc:sldChg>
      <pc:sldChg chg="addSp modSp new ord modTransition">
        <pc:chgData name="Gauch Laurent" userId="S::gauchl@edufr.ch::16383e90-c141-4c79-8f29-ff8f16153a76" providerId="AD" clId="Web-{B355EE3E-9927-039A-019A-9F6D6506C102}" dt="2020-04-23T08:54:30.664" v="518" actId="20577"/>
        <pc:sldMkLst>
          <pc:docMk/>
          <pc:sldMk cId="637331494" sldId="260"/>
        </pc:sldMkLst>
      </pc:sldChg>
      <pc:sldChg chg="addSp modSp new modTransition">
        <pc:chgData name="Gauch Laurent" userId="S::gauchl@edufr.ch::16383e90-c141-4c79-8f29-ff8f16153a76" providerId="AD" clId="Web-{B355EE3E-9927-039A-019A-9F6D6506C102}" dt="2020-04-23T08:55:00.758" v="540" actId="20577"/>
        <pc:sldMkLst>
          <pc:docMk/>
          <pc:sldMk cId="1237138146" sldId="261"/>
        </pc:sldMkLst>
      </pc:sldChg>
      <pc:sldChg chg="addSp modSp new modTransition">
        <pc:chgData name="Gauch Laurent" userId="S::gauchl@edufr.ch::16383e90-c141-4c79-8f29-ff8f16153a76" providerId="AD" clId="Web-{B355EE3E-9927-039A-019A-9F6D6506C102}" dt="2020-04-23T08:55:06.305" v="545" actId="20577"/>
        <pc:sldMkLst>
          <pc:docMk/>
          <pc:sldMk cId="2899821000" sldId="262"/>
        </pc:sldMkLst>
      </pc:sldChg>
      <pc:sldChg chg="modSp new modTransition">
        <pc:chgData name="Gauch Laurent" userId="S::gauchl@edufr.ch::16383e90-c141-4c79-8f29-ff8f16153a76" providerId="AD" clId="Web-{B355EE3E-9927-039A-019A-9F6D6506C102}" dt="2020-04-23T08:55:11.836" v="550" actId="20577"/>
        <pc:sldMkLst>
          <pc:docMk/>
          <pc:sldMk cId="286611325" sldId="263"/>
        </pc:sldMkLst>
      </pc:sldChg>
      <pc:sldMasterChg chg="modSp mod modSldLayout">
        <pc:chgData name="Gauch Laurent" userId="S::gauchl@edufr.ch::16383e90-c141-4c79-8f29-ff8f16153a76" providerId="AD" clId="Web-{B355EE3E-9927-039A-019A-9F6D6506C102}" dt="2020-04-23T08:39:40.736" v="329"/>
        <pc:sldMasterMkLst>
          <pc:docMk/>
          <pc:sldMasterMk cId="2460954070" sldId="2147483660"/>
        </pc:sldMasterMkLst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Sp mod">
          <pc:chgData name="Gauch Laurent" userId="S::gauchl@edufr.ch::16383e90-c141-4c79-8f29-ff8f16153a76" providerId="AD" clId="Web-{B355EE3E-9927-039A-019A-9F6D6506C102}" dt="2020-04-23T08:39:40.736" v="329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Gauch Laurent" userId="S::gauchl@edufr.ch::16383e90-c141-4c79-8f29-ff8f16153a76" providerId="AD" clId="Web-{B2E11E64-DEA2-9975-215A-CB56613CD85D}"/>
    <pc:docChg chg="addSld delSld modSld modMainMaster">
      <pc:chgData name="Gauch Laurent" userId="S::gauchl@edufr.ch::16383e90-c141-4c79-8f29-ff8f16153a76" providerId="AD" clId="Web-{B2E11E64-DEA2-9975-215A-CB56613CD85D}" dt="2020-04-23T12:41:08.823" v="833"/>
      <pc:docMkLst>
        <pc:docMk/>
      </pc:docMkLst>
      <pc:sldChg chg="modSp">
        <pc:chgData name="Gauch Laurent" userId="S::gauchl@edufr.ch::16383e90-c141-4c79-8f29-ff8f16153a76" providerId="AD" clId="Web-{B2E11E64-DEA2-9975-215A-CB56613CD85D}" dt="2020-04-23T12:33:44.538" v="819" actId="1076"/>
        <pc:sldMkLst>
          <pc:docMk/>
          <pc:sldMk cId="2739643171" sldId="256"/>
        </pc:sldMkLst>
      </pc:sldChg>
      <pc:sldChg chg="modSp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1624261559" sldId="257"/>
        </pc:sldMkLst>
      </pc:sldChg>
      <pc:sldChg chg="addSp modSp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1630019254" sldId="258"/>
        </pc:sldMkLst>
      </pc:sldChg>
      <pc:sldChg chg="modSp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470656552" sldId="259"/>
        </pc:sldMkLst>
      </pc:sldChg>
      <pc:sldChg chg="modSp">
        <pc:chgData name="Gauch Laurent" userId="S::gauchl@edufr.ch::16383e90-c141-4c79-8f29-ff8f16153a76" providerId="AD" clId="Web-{B2E11E64-DEA2-9975-215A-CB56613CD85D}" dt="2020-04-23T12:40:51.104" v="832"/>
        <pc:sldMkLst>
          <pc:docMk/>
          <pc:sldMk cId="637331494" sldId="260"/>
        </pc:sldMkLst>
      </pc:sldChg>
      <pc:sldChg chg="modSp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1237138146" sldId="261"/>
        </pc:sldMkLst>
      </pc:sldChg>
      <pc:sldChg chg="modSp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2899821000" sldId="262"/>
        </pc:sldMkLst>
      </pc:sldChg>
      <pc:sldChg chg="modSp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286611325" sldId="263"/>
        </pc:sldMkLst>
      </pc:sldChg>
      <pc:sldChg chg="modSp add replId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3139237519" sldId="264"/>
        </pc:sldMkLst>
      </pc:sldChg>
      <pc:sldChg chg="new del">
        <pc:chgData name="Gauch Laurent" userId="S::gauchl@edufr.ch::16383e90-c141-4c79-8f29-ff8f16153a76" providerId="AD" clId="Web-{B2E11E64-DEA2-9975-215A-CB56613CD85D}" dt="2020-04-23T12:12:07.635" v="111"/>
        <pc:sldMkLst>
          <pc:docMk/>
          <pc:sldMk cId="3441853286" sldId="264"/>
        </pc:sldMkLst>
      </pc:sldChg>
      <pc:sldChg chg="modSp add replId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1041283875" sldId="265"/>
        </pc:sldMkLst>
      </pc:sldChg>
      <pc:sldChg chg="modSp add replId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2391814345" sldId="266"/>
        </pc:sldMkLst>
      </pc:sldChg>
      <pc:sldChg chg="modSp add replId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3187469179" sldId="267"/>
        </pc:sldMkLst>
      </pc:sldChg>
      <pc:sldChg chg="addSp delSp modSp new">
        <pc:chgData name="Gauch Laurent" userId="S::gauchl@edufr.ch::16383e90-c141-4c79-8f29-ff8f16153a76" providerId="AD" clId="Web-{B2E11E64-DEA2-9975-215A-CB56613CD85D}" dt="2020-04-23T12:41:08.823" v="833"/>
        <pc:sldMkLst>
          <pc:docMk/>
          <pc:sldMk cId="1131792632" sldId="268"/>
        </pc:sldMkLst>
      </pc:sldChg>
      <pc:sldMasterChg chg="modSp mod modSldLayout">
        <pc:chgData name="Gauch Laurent" userId="S::gauchl@edufr.ch::16383e90-c141-4c79-8f29-ff8f16153a76" providerId="AD" clId="Web-{B2E11E64-DEA2-9975-215A-CB56613CD85D}" dt="2020-04-23T12:41:08.823" v="833"/>
        <pc:sldMasterMkLst>
          <pc:docMk/>
          <pc:sldMasterMk cId="2460954070" sldId="2147483660"/>
        </pc:sldMasterMkLst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Sp mod">
          <pc:chgData name="Gauch Laurent" userId="S::gauchl@edufr.ch::16383e90-c141-4c79-8f29-ff8f16153a76" providerId="AD" clId="Web-{B2E11E64-DEA2-9975-215A-CB56613CD85D}" dt="2020-04-23T12:41:08.823" v="833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Gauch Laurent" userId="S::gauchl@edufr.ch::16383e90-c141-4c79-8f29-ff8f16153a76" providerId="AD" clId="Web-{9564864D-9C36-53F6-E90C-2957BCFC3447}"/>
    <pc:docChg chg="modSld modMainMaster">
      <pc:chgData name="Gauch Laurent" userId="S::gauchl@edufr.ch::16383e90-c141-4c79-8f29-ff8f16153a76" providerId="AD" clId="Web-{9564864D-9C36-53F6-E90C-2957BCFC3447}" dt="2020-04-23T09:20:21.113" v="68"/>
      <pc:docMkLst>
        <pc:docMk/>
      </pc:docMkLst>
      <pc:sldChg chg="addSp modSp">
        <pc:chgData name="Gauch Laurent" userId="S::gauchl@edufr.ch::16383e90-c141-4c79-8f29-ff8f16153a76" providerId="AD" clId="Web-{9564864D-9C36-53F6-E90C-2957BCFC3447}" dt="2020-04-23T09:20:21.113" v="68"/>
        <pc:sldMkLst>
          <pc:docMk/>
          <pc:sldMk cId="2739643171" sldId="256"/>
        </pc:sldMkLst>
      </pc:sldChg>
      <pc:sldChg chg="modSp">
        <pc:chgData name="Gauch Laurent" userId="S::gauchl@edufr.ch::16383e90-c141-4c79-8f29-ff8f16153a76" providerId="AD" clId="Web-{9564864D-9C36-53F6-E90C-2957BCFC3447}" dt="2020-04-23T09:16:00.533" v="54"/>
        <pc:sldMkLst>
          <pc:docMk/>
          <pc:sldMk cId="1624261559" sldId="257"/>
        </pc:sldMkLst>
      </pc:sldChg>
      <pc:sldChg chg="modSp">
        <pc:chgData name="Gauch Laurent" userId="S::gauchl@edufr.ch::16383e90-c141-4c79-8f29-ff8f16153a76" providerId="AD" clId="Web-{9564864D-9C36-53F6-E90C-2957BCFC3447}" dt="2020-04-23T09:16:41.252" v="57" actId="20577"/>
        <pc:sldMkLst>
          <pc:docMk/>
          <pc:sldMk cId="1630019254" sldId="258"/>
        </pc:sldMkLst>
      </pc:sldChg>
      <pc:sldChg chg="modSp">
        <pc:chgData name="Gauch Laurent" userId="S::gauchl@edufr.ch::16383e90-c141-4c79-8f29-ff8f16153a76" providerId="AD" clId="Web-{9564864D-9C36-53F6-E90C-2957BCFC3447}" dt="2020-04-23T09:16:00.533" v="54"/>
        <pc:sldMkLst>
          <pc:docMk/>
          <pc:sldMk cId="470656552" sldId="259"/>
        </pc:sldMkLst>
      </pc:sldChg>
      <pc:sldChg chg="modSp">
        <pc:chgData name="Gauch Laurent" userId="S::gauchl@edufr.ch::16383e90-c141-4c79-8f29-ff8f16153a76" providerId="AD" clId="Web-{9564864D-9C36-53F6-E90C-2957BCFC3447}" dt="2020-04-23T09:16:00.533" v="54"/>
        <pc:sldMkLst>
          <pc:docMk/>
          <pc:sldMk cId="1237138146" sldId="261"/>
        </pc:sldMkLst>
      </pc:sldChg>
      <pc:sldChg chg="modSp">
        <pc:chgData name="Gauch Laurent" userId="S::gauchl@edufr.ch::16383e90-c141-4c79-8f29-ff8f16153a76" providerId="AD" clId="Web-{9564864D-9C36-53F6-E90C-2957BCFC3447}" dt="2020-04-23T09:16:00.533" v="54"/>
        <pc:sldMkLst>
          <pc:docMk/>
          <pc:sldMk cId="2899821000" sldId="262"/>
        </pc:sldMkLst>
      </pc:sldChg>
      <pc:sldChg chg="modSp">
        <pc:chgData name="Gauch Laurent" userId="S::gauchl@edufr.ch::16383e90-c141-4c79-8f29-ff8f16153a76" providerId="AD" clId="Web-{9564864D-9C36-53F6-E90C-2957BCFC3447}" dt="2020-04-23T09:16:00.533" v="54"/>
        <pc:sldMkLst>
          <pc:docMk/>
          <pc:sldMk cId="286611325" sldId="263"/>
        </pc:sldMkLst>
      </pc:sldChg>
      <pc:sldMasterChg chg="modSp mod modSldLayout">
        <pc:chgData name="Gauch Laurent" userId="S::gauchl@edufr.ch::16383e90-c141-4c79-8f29-ff8f16153a76" providerId="AD" clId="Web-{9564864D-9C36-53F6-E90C-2957BCFC3447}" dt="2020-04-23T09:16:00.533" v="54"/>
        <pc:sldMasterMkLst>
          <pc:docMk/>
          <pc:sldMasterMk cId="2460954070" sldId="2147483660"/>
        </pc:sldMasterMkLst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Sp mod">
          <pc:chgData name="Gauch Laurent" userId="S::gauchl@edufr.ch::16383e90-c141-4c79-8f29-ff8f16153a76" providerId="AD" clId="Web-{9564864D-9C36-53F6-E90C-2957BCFC3447}" dt="2020-04-23T09:16:00.533" v="54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Gauch Laurent" userId="8c90808a-f631-4b05-8d41-0ed959411443" providerId="ADAL" clId="{968D5483-9B7D-441B-AB81-20970AD98275}"/>
    <pc:docChg chg="undo custSel modSld">
      <pc:chgData name="Gauch Laurent" userId="8c90808a-f631-4b05-8d41-0ed959411443" providerId="ADAL" clId="{968D5483-9B7D-441B-AB81-20970AD98275}" dt="2020-11-27T12:00:23.894" v="222" actId="20577"/>
      <pc:docMkLst>
        <pc:docMk/>
      </pc:docMkLst>
      <pc:sldChg chg="modSp mod">
        <pc:chgData name="Gauch Laurent" userId="8c90808a-f631-4b05-8d41-0ed959411443" providerId="ADAL" clId="{968D5483-9B7D-441B-AB81-20970AD98275}" dt="2020-11-27T10:40:38.653" v="1" actId="20577"/>
        <pc:sldMkLst>
          <pc:docMk/>
          <pc:sldMk cId="1624261559" sldId="257"/>
        </pc:sldMkLst>
      </pc:sldChg>
      <pc:sldChg chg="modSp mod">
        <pc:chgData name="Gauch Laurent" userId="8c90808a-f631-4b05-8d41-0ed959411443" providerId="ADAL" clId="{968D5483-9B7D-441B-AB81-20970AD98275}" dt="2020-11-27T10:42:11.032" v="12" actId="20577"/>
        <pc:sldMkLst>
          <pc:docMk/>
          <pc:sldMk cId="1630019254" sldId="258"/>
        </pc:sldMkLst>
      </pc:sldChg>
      <pc:sldChg chg="modSp mod">
        <pc:chgData name="Gauch Laurent" userId="8c90808a-f631-4b05-8d41-0ed959411443" providerId="ADAL" clId="{968D5483-9B7D-441B-AB81-20970AD98275}" dt="2020-11-27T11:56:57.342" v="47" actId="20577"/>
        <pc:sldMkLst>
          <pc:docMk/>
          <pc:sldMk cId="2899821000" sldId="262"/>
        </pc:sldMkLst>
      </pc:sldChg>
      <pc:sldChg chg="modSp mod">
        <pc:chgData name="Gauch Laurent" userId="8c90808a-f631-4b05-8d41-0ed959411443" providerId="ADAL" clId="{968D5483-9B7D-441B-AB81-20970AD98275}" dt="2020-11-27T12:00:23.894" v="222" actId="20577"/>
        <pc:sldMkLst>
          <pc:docMk/>
          <pc:sldMk cId="286611325" sldId="263"/>
        </pc:sldMkLst>
      </pc:sldChg>
    </pc:docChg>
  </pc:docChgLst>
  <pc:docChgLst>
    <pc:chgData name="Pittet Loïc" userId="b1eea02a-7462-4a20-8fb9-c8286a78846e" providerId="ADAL" clId="{867720C1-1494-4239-865F-E5926CBC44F0}"/>
    <pc:docChg chg="undo custSel addSld delSld modSld sldOrd">
      <pc:chgData name="Pittet Loïc" userId="b1eea02a-7462-4a20-8fb9-c8286a78846e" providerId="ADAL" clId="{867720C1-1494-4239-865F-E5926CBC44F0}" dt="2025-06-12T07:11:22.020" v="3931" actId="20577"/>
      <pc:docMkLst>
        <pc:docMk/>
      </pc:docMkLst>
      <pc:sldChg chg="addSp delSp modSp mod modTransition setBg">
        <pc:chgData name="Pittet Loïc" userId="b1eea02a-7462-4a20-8fb9-c8286a78846e" providerId="ADAL" clId="{867720C1-1494-4239-865F-E5926CBC44F0}" dt="2025-06-11T06:53:42.413" v="2384"/>
        <pc:sldMkLst>
          <pc:docMk/>
          <pc:sldMk cId="2739643171" sldId="256"/>
        </pc:sldMkLst>
        <pc:spChg chg="mod ord">
          <ac:chgData name="Pittet Loïc" userId="b1eea02a-7462-4a20-8fb9-c8286a78846e" providerId="ADAL" clId="{867720C1-1494-4239-865F-E5926CBC44F0}" dt="2025-06-05T08:59:05.888" v="519" actId="1076"/>
          <ac:spMkLst>
            <pc:docMk/>
            <pc:sldMk cId="2739643171" sldId="256"/>
            <ac:spMk id="2" creationId="{CCAA8432-2F95-46C5-A228-DB4E32EEF4FA}"/>
          </ac:spMkLst>
        </pc:spChg>
        <pc:spChg chg="mod ord">
          <ac:chgData name="Pittet Loïc" userId="b1eea02a-7462-4a20-8fb9-c8286a78846e" providerId="ADAL" clId="{867720C1-1494-4239-865F-E5926CBC44F0}" dt="2025-06-05T08:59:02.969" v="518" actId="1076"/>
          <ac:spMkLst>
            <pc:docMk/>
            <pc:sldMk cId="2739643171" sldId="256"/>
            <ac:spMk id="3" creationId="{5454099C-0580-4565-9598-C4E0DD3EAF71}"/>
          </ac:spMkLst>
        </pc:spChg>
        <pc:spChg chg="add">
          <ac:chgData name="Pittet Loïc" userId="b1eea02a-7462-4a20-8fb9-c8286a78846e" providerId="ADAL" clId="{867720C1-1494-4239-865F-E5926CBC44F0}" dt="2025-06-05T08:58:29.937" v="512" actId="26606"/>
          <ac:spMkLst>
            <pc:docMk/>
            <pc:sldMk cId="2739643171" sldId="256"/>
            <ac:spMk id="14" creationId="{99F1FFA9-D672-408C-9220-ADEEC6ABDD09}"/>
          </ac:spMkLst>
        </pc:spChg>
        <pc:picChg chg="mod ord">
          <ac:chgData name="Pittet Loïc" userId="b1eea02a-7462-4a20-8fb9-c8286a78846e" providerId="ADAL" clId="{867720C1-1494-4239-865F-E5926CBC44F0}" dt="2025-06-05T08:58:29.937" v="512" actId="26606"/>
          <ac:picMkLst>
            <pc:docMk/>
            <pc:sldMk cId="2739643171" sldId="256"/>
            <ac:picMk id="6" creationId="{461174DA-7E98-4394-9B6A-5EB05388E0F8}"/>
          </ac:picMkLst>
        </pc:picChg>
        <pc:picChg chg="add mod ord">
          <ac:chgData name="Pittet Loïc" userId="b1eea02a-7462-4a20-8fb9-c8286a78846e" providerId="ADAL" clId="{867720C1-1494-4239-865F-E5926CBC44F0}" dt="2025-06-05T08:58:29.937" v="512" actId="26606"/>
          <ac:picMkLst>
            <pc:docMk/>
            <pc:sldMk cId="2739643171" sldId="256"/>
            <ac:picMk id="9" creationId="{E5066CB5-7A2C-0784-E8A8-72444AE573EF}"/>
          </ac:picMkLst>
        </pc:picChg>
      </pc:sldChg>
      <pc:sldChg chg="addSp delSp modSp mod modTransition setBg">
        <pc:chgData name="Pittet Loïc" userId="b1eea02a-7462-4a20-8fb9-c8286a78846e" providerId="ADAL" clId="{867720C1-1494-4239-865F-E5926CBC44F0}" dt="2025-06-11T09:21:00.807" v="2472" actId="20577"/>
        <pc:sldMkLst>
          <pc:docMk/>
          <pc:sldMk cId="1624261559" sldId="257"/>
        </pc:sldMkLst>
        <pc:spChg chg="mod">
          <ac:chgData name="Pittet Loïc" userId="b1eea02a-7462-4a20-8fb9-c8286a78846e" providerId="ADAL" clId="{867720C1-1494-4239-865F-E5926CBC44F0}" dt="2025-06-06T08:47:47.635" v="2300" actId="26606"/>
          <ac:spMkLst>
            <pc:docMk/>
            <pc:sldMk cId="1624261559" sldId="257"/>
            <ac:spMk id="2" creationId="{7D08AD32-A87D-4B0F-9825-75A5CEFE9BD8}"/>
          </ac:spMkLst>
        </pc:spChg>
        <pc:spChg chg="add">
          <ac:chgData name="Pittet Loïc" userId="b1eea02a-7462-4a20-8fb9-c8286a78846e" providerId="ADAL" clId="{867720C1-1494-4239-865F-E5926CBC44F0}" dt="2025-06-06T08:47:47.635" v="2300" actId="26606"/>
          <ac:spMkLst>
            <pc:docMk/>
            <pc:sldMk cId="1624261559" sldId="257"/>
            <ac:spMk id="9" creationId="{600DC1B0-7E1A-BD02-3F93-19E6B1B75075}"/>
          </ac:spMkLst>
        </pc:spChg>
        <pc:graphicFrameChg chg="add mod">
          <ac:chgData name="Pittet Loïc" userId="b1eea02a-7462-4a20-8fb9-c8286a78846e" providerId="ADAL" clId="{867720C1-1494-4239-865F-E5926CBC44F0}" dt="2025-06-11T09:21:00.807" v="2472" actId="20577"/>
          <ac:graphicFrameMkLst>
            <pc:docMk/>
            <pc:sldMk cId="1624261559" sldId="257"/>
            <ac:graphicFrameMk id="5" creationId="{9A819071-E338-DC08-66DB-12AACCD1735B}"/>
          </ac:graphicFrameMkLst>
        </pc:graphicFrameChg>
      </pc:sldChg>
      <pc:sldChg chg="addSp delSp modSp mod modTransition setBg modNotesTx">
        <pc:chgData name="Pittet Loïc" userId="b1eea02a-7462-4a20-8fb9-c8286a78846e" providerId="ADAL" clId="{867720C1-1494-4239-865F-E5926CBC44F0}" dt="2025-06-12T06:49:22.797" v="3244" actId="20577"/>
        <pc:sldMkLst>
          <pc:docMk/>
          <pc:sldMk cId="470656552" sldId="259"/>
        </pc:sldMkLst>
        <pc:spChg chg="mod">
          <ac:chgData name="Pittet Loïc" userId="b1eea02a-7462-4a20-8fb9-c8286a78846e" providerId="ADAL" clId="{867720C1-1494-4239-865F-E5926CBC44F0}" dt="2025-06-06T08:47:28.937" v="2298" actId="26606"/>
          <ac:spMkLst>
            <pc:docMk/>
            <pc:sldMk cId="470656552" sldId="259"/>
            <ac:spMk id="2" creationId="{718A0770-2757-43C4-BC27-1A5831E8711F}"/>
          </ac:spMkLst>
        </pc:spChg>
        <pc:spChg chg="add">
          <ac:chgData name="Pittet Loïc" userId="b1eea02a-7462-4a20-8fb9-c8286a78846e" providerId="ADAL" clId="{867720C1-1494-4239-865F-E5926CBC44F0}" dt="2025-06-06T08:47:28.937" v="2298" actId="26606"/>
          <ac:spMkLst>
            <pc:docMk/>
            <pc:sldMk cId="470656552" sldId="259"/>
            <ac:spMk id="9" creationId="{600DC1B0-7E1A-BD02-3F93-19E6B1B75075}"/>
          </ac:spMkLst>
        </pc:spChg>
        <pc:graphicFrameChg chg="add mod">
          <ac:chgData name="Pittet Loïc" userId="b1eea02a-7462-4a20-8fb9-c8286a78846e" providerId="ADAL" clId="{867720C1-1494-4239-865F-E5926CBC44F0}" dt="2025-06-11T09:22:28.684" v="2479" actId="20577"/>
          <ac:graphicFrameMkLst>
            <pc:docMk/>
            <pc:sldMk cId="470656552" sldId="259"/>
            <ac:graphicFrameMk id="5" creationId="{0993D482-3B61-1226-2797-D1C9B8D28084}"/>
          </ac:graphicFrameMkLst>
        </pc:graphicFrameChg>
      </pc:sldChg>
      <pc:sldChg chg="addSp delSp modSp mod modTransition setBg">
        <pc:chgData name="Pittet Loïc" userId="b1eea02a-7462-4a20-8fb9-c8286a78846e" providerId="ADAL" clId="{867720C1-1494-4239-865F-E5926CBC44F0}" dt="2025-06-11T09:19:53.016" v="2470" actId="20577"/>
        <pc:sldMkLst>
          <pc:docMk/>
          <pc:sldMk cId="637331494" sldId="260"/>
        </pc:sldMkLst>
        <pc:spChg chg="mod">
          <ac:chgData name="Pittet Loïc" userId="b1eea02a-7462-4a20-8fb9-c8286a78846e" providerId="ADAL" clId="{867720C1-1494-4239-865F-E5926CBC44F0}" dt="2025-06-06T08:48:26.968" v="2307" actId="26606"/>
          <ac:spMkLst>
            <pc:docMk/>
            <pc:sldMk cId="637331494" sldId="260"/>
            <ac:spMk id="2" creationId="{C7B4FE29-82FC-41D2-8D6D-BE100D22FDF4}"/>
          </ac:spMkLst>
        </pc:spChg>
        <pc:spChg chg="mod">
          <ac:chgData name="Pittet Loïc" userId="b1eea02a-7462-4a20-8fb9-c8286a78846e" providerId="ADAL" clId="{867720C1-1494-4239-865F-E5926CBC44F0}" dt="2025-06-11T09:19:53.016" v="2470" actId="20577"/>
          <ac:spMkLst>
            <pc:docMk/>
            <pc:sldMk cId="637331494" sldId="260"/>
            <ac:spMk id="3" creationId="{F3145A40-D53B-4B41-8535-1199FFE04A35}"/>
          </ac:spMkLst>
        </pc:spChg>
        <pc:spChg chg="add">
          <ac:chgData name="Pittet Loïc" userId="b1eea02a-7462-4a20-8fb9-c8286a78846e" providerId="ADAL" clId="{867720C1-1494-4239-865F-E5926CBC44F0}" dt="2025-06-06T08:48:26.968" v="2307" actId="26606"/>
          <ac:spMkLst>
            <pc:docMk/>
            <pc:sldMk cId="637331494" sldId="260"/>
            <ac:spMk id="10" creationId="{095B79CA-1CB8-A133-67D7-E2B7AC1F9454}"/>
          </ac:spMkLst>
        </pc:spChg>
      </pc:sldChg>
      <pc:sldChg chg="addSp delSp modSp mod modTransition setBg">
        <pc:chgData name="Pittet Loïc" userId="b1eea02a-7462-4a20-8fb9-c8286a78846e" providerId="ADAL" clId="{867720C1-1494-4239-865F-E5926CBC44F0}" dt="2025-06-11T06:54:01.116" v="2390"/>
        <pc:sldMkLst>
          <pc:docMk/>
          <pc:sldMk cId="1237138146" sldId="261"/>
        </pc:sldMkLst>
        <pc:spChg chg="mod">
          <ac:chgData name="Pittet Loïc" userId="b1eea02a-7462-4a20-8fb9-c8286a78846e" providerId="ADAL" clId="{867720C1-1494-4239-865F-E5926CBC44F0}" dt="2025-06-06T08:47:21.229" v="2297" actId="26606"/>
          <ac:spMkLst>
            <pc:docMk/>
            <pc:sldMk cId="1237138146" sldId="261"/>
            <ac:spMk id="2" creationId="{36A469F1-55BF-4783-86EA-E0771D8260C8}"/>
          </ac:spMkLst>
        </pc:spChg>
        <pc:spChg chg="add mod ord">
          <ac:chgData name="Pittet Loïc" userId="b1eea02a-7462-4a20-8fb9-c8286a78846e" providerId="ADAL" clId="{867720C1-1494-4239-865F-E5926CBC44F0}" dt="2025-06-06T08:47:21.229" v="2297" actId="26606"/>
          <ac:spMkLst>
            <pc:docMk/>
            <pc:sldMk cId="1237138146" sldId="261"/>
            <ac:spMk id="22" creationId="{D6A246DD-71C8-23EB-AFEE-D41773EE5201}"/>
          </ac:spMkLst>
        </pc:spChg>
        <pc:spChg chg="add">
          <ac:chgData name="Pittet Loïc" userId="b1eea02a-7462-4a20-8fb9-c8286a78846e" providerId="ADAL" clId="{867720C1-1494-4239-865F-E5926CBC44F0}" dt="2025-06-06T08:47:21.229" v="2297" actId="26606"/>
          <ac:spMkLst>
            <pc:docMk/>
            <pc:sldMk cId="1237138146" sldId="261"/>
            <ac:spMk id="33" creationId="{2B97F24A-32CE-4C1C-A50D-3016B394DCFB}"/>
          </ac:spMkLst>
        </pc:spChg>
        <pc:spChg chg="add">
          <ac:chgData name="Pittet Loïc" userId="b1eea02a-7462-4a20-8fb9-c8286a78846e" providerId="ADAL" clId="{867720C1-1494-4239-865F-E5926CBC44F0}" dt="2025-06-06T08:47:21.229" v="2297" actId="26606"/>
          <ac:spMkLst>
            <pc:docMk/>
            <pc:sldMk cId="1237138146" sldId="261"/>
            <ac:spMk id="34" creationId="{CD8B4F24-440B-49E9-B85D-733523DC064B}"/>
          </ac:spMkLst>
        </pc:spChg>
        <pc:picChg chg="add mod">
          <ac:chgData name="Pittet Loïc" userId="b1eea02a-7462-4a20-8fb9-c8286a78846e" providerId="ADAL" clId="{867720C1-1494-4239-865F-E5926CBC44F0}" dt="2025-06-06T08:47:21.229" v="2297" actId="26606"/>
          <ac:picMkLst>
            <pc:docMk/>
            <pc:sldMk cId="1237138146" sldId="261"/>
            <ac:picMk id="5" creationId="{2BD396A7-E81A-D22B-8EC4-0B21EEB19EAA}"/>
          </ac:picMkLst>
        </pc:picChg>
      </pc:sldChg>
      <pc:sldChg chg="modSp del">
        <pc:chgData name="Pittet Loïc" userId="b1eea02a-7462-4a20-8fb9-c8286a78846e" providerId="ADAL" clId="{867720C1-1494-4239-865F-E5926CBC44F0}" dt="2025-06-06T07:25:51.494" v="1737" actId="47"/>
        <pc:sldMkLst>
          <pc:docMk/>
          <pc:sldMk cId="2899821000" sldId="262"/>
        </pc:sldMkLst>
      </pc:sldChg>
      <pc:sldChg chg="addSp delSp modSp mod modTransition">
        <pc:chgData name="Pittet Loïc" userId="b1eea02a-7462-4a20-8fb9-c8286a78846e" providerId="ADAL" clId="{867720C1-1494-4239-865F-E5926CBC44F0}" dt="2025-06-11T06:57:05.263" v="2402" actId="1076"/>
        <pc:sldMkLst>
          <pc:docMk/>
          <pc:sldMk cId="286611325" sldId="263"/>
        </pc:sldMkLst>
        <pc:spChg chg="mod">
          <ac:chgData name="Pittet Loïc" userId="b1eea02a-7462-4a20-8fb9-c8286a78846e" providerId="ADAL" clId="{867720C1-1494-4239-865F-E5926CBC44F0}" dt="2025-06-06T07:29:19.307" v="1761" actId="20577"/>
          <ac:spMkLst>
            <pc:docMk/>
            <pc:sldMk cId="286611325" sldId="263"/>
            <ac:spMk id="2" creationId="{EAE2C429-7268-4494-B9C1-0F10F7D1BC03}"/>
          </ac:spMkLst>
        </pc:spChg>
        <pc:spChg chg="mod">
          <ac:chgData name="Pittet Loïc" userId="b1eea02a-7462-4a20-8fb9-c8286a78846e" providerId="ADAL" clId="{867720C1-1494-4239-865F-E5926CBC44F0}" dt="2025-06-06T07:44:33.428" v="2028" actId="27636"/>
          <ac:spMkLst>
            <pc:docMk/>
            <pc:sldMk cId="286611325" sldId="263"/>
            <ac:spMk id="3" creationId="{0EB738CA-BE2D-47DC-8FD3-E73703ABB293}"/>
          </ac:spMkLst>
        </pc:spChg>
        <pc:grpChg chg="add mod">
          <ac:chgData name="Pittet Loïc" userId="b1eea02a-7462-4a20-8fb9-c8286a78846e" providerId="ADAL" clId="{867720C1-1494-4239-865F-E5926CBC44F0}" dt="2025-06-11T06:56:43.998" v="2397" actId="1076"/>
          <ac:grpSpMkLst>
            <pc:docMk/>
            <pc:sldMk cId="286611325" sldId="263"/>
            <ac:grpSpMk id="12" creationId="{6F381FCC-681C-2F61-CF26-B4D35E1E1277}"/>
          </ac:grpSpMkLst>
        </pc:grpChg>
        <pc:picChg chg="add mod">
          <ac:chgData name="Pittet Loïc" userId="b1eea02a-7462-4a20-8fb9-c8286a78846e" providerId="ADAL" clId="{867720C1-1494-4239-865F-E5926CBC44F0}" dt="2025-06-06T07:50:07.651" v="2037" actId="164"/>
          <ac:picMkLst>
            <pc:docMk/>
            <pc:sldMk cId="286611325" sldId="263"/>
            <ac:picMk id="8" creationId="{D6B8BEBB-514F-3DD6-EDB3-EA0C718F68ED}"/>
          </ac:picMkLst>
        </pc:picChg>
        <pc:picChg chg="add mod">
          <ac:chgData name="Pittet Loïc" userId="b1eea02a-7462-4a20-8fb9-c8286a78846e" providerId="ADAL" clId="{867720C1-1494-4239-865F-E5926CBC44F0}" dt="2025-06-06T07:50:07.651" v="2037" actId="164"/>
          <ac:picMkLst>
            <pc:docMk/>
            <pc:sldMk cId="286611325" sldId="263"/>
            <ac:picMk id="9" creationId="{C3CC7A88-2642-D274-A839-B2C0A5D0D7F8}"/>
          </ac:picMkLst>
        </pc:picChg>
        <pc:picChg chg="add mod">
          <ac:chgData name="Pittet Loïc" userId="b1eea02a-7462-4a20-8fb9-c8286a78846e" providerId="ADAL" clId="{867720C1-1494-4239-865F-E5926CBC44F0}" dt="2025-06-11T06:57:05.263" v="2402" actId="1076"/>
          <ac:picMkLst>
            <pc:docMk/>
            <pc:sldMk cId="286611325" sldId="263"/>
            <ac:picMk id="10" creationId="{FAE61BE0-C1C2-85F5-705F-9BC377964064}"/>
          </ac:picMkLst>
        </pc:picChg>
        <pc:picChg chg="add mod">
          <ac:chgData name="Pittet Loïc" userId="b1eea02a-7462-4a20-8fb9-c8286a78846e" providerId="ADAL" clId="{867720C1-1494-4239-865F-E5926CBC44F0}" dt="2025-06-11T06:57:01.143" v="2401" actId="1076"/>
          <ac:picMkLst>
            <pc:docMk/>
            <pc:sldMk cId="286611325" sldId="263"/>
            <ac:picMk id="11" creationId="{8ABB97C8-3A11-6ABB-EAE2-A63E037BBA0D}"/>
          </ac:picMkLst>
        </pc:picChg>
      </pc:sldChg>
      <pc:sldChg chg="addSp delSp modSp mod modTransition setBg">
        <pc:chgData name="Pittet Loïc" userId="b1eea02a-7462-4a20-8fb9-c8286a78846e" providerId="ADAL" clId="{867720C1-1494-4239-865F-E5926CBC44F0}" dt="2025-06-11T06:53:52.677" v="2387"/>
        <pc:sldMkLst>
          <pc:docMk/>
          <pc:sldMk cId="3139237519" sldId="264"/>
        </pc:sldMkLst>
        <pc:spChg chg="mod">
          <ac:chgData name="Pittet Loïc" userId="b1eea02a-7462-4a20-8fb9-c8286a78846e" providerId="ADAL" clId="{867720C1-1494-4239-865F-E5926CBC44F0}" dt="2025-06-06T08:47:40.083" v="2299" actId="26606"/>
          <ac:spMkLst>
            <pc:docMk/>
            <pc:sldMk cId="3139237519" sldId="264"/>
            <ac:spMk id="2" creationId="{7D08AD32-A87D-4B0F-9825-75A5CEFE9BD8}"/>
          </ac:spMkLst>
        </pc:spChg>
        <pc:spChg chg="add">
          <ac:chgData name="Pittet Loïc" userId="b1eea02a-7462-4a20-8fb9-c8286a78846e" providerId="ADAL" clId="{867720C1-1494-4239-865F-E5926CBC44F0}" dt="2025-06-06T08:47:40.083" v="2299" actId="26606"/>
          <ac:spMkLst>
            <pc:docMk/>
            <pc:sldMk cId="3139237519" sldId="264"/>
            <ac:spMk id="9" creationId="{600DC1B0-7E1A-BD02-3F93-19E6B1B75075}"/>
          </ac:spMkLst>
        </pc:spChg>
        <pc:graphicFrameChg chg="add">
          <ac:chgData name="Pittet Loïc" userId="b1eea02a-7462-4a20-8fb9-c8286a78846e" providerId="ADAL" clId="{867720C1-1494-4239-865F-E5926CBC44F0}" dt="2025-06-06T08:47:40.083" v="2299" actId="26606"/>
          <ac:graphicFrameMkLst>
            <pc:docMk/>
            <pc:sldMk cId="3139237519" sldId="264"/>
            <ac:graphicFrameMk id="5" creationId="{7F5E9C1B-51F4-5482-39A8-E97BF58A3B9A}"/>
          </ac:graphicFrameMkLst>
        </pc:graphicFrameChg>
      </pc:sldChg>
      <pc:sldChg chg="addSp delSp modSp mod modTransition setBg">
        <pc:chgData name="Pittet Loïc" userId="b1eea02a-7462-4a20-8fb9-c8286a78846e" providerId="ADAL" clId="{867720C1-1494-4239-865F-E5926CBC44F0}" dt="2025-06-11T06:54:03.964" v="2391"/>
        <pc:sldMkLst>
          <pc:docMk/>
          <pc:sldMk cId="1041283875" sldId="265"/>
        </pc:sldMkLst>
        <pc:spChg chg="mod">
          <ac:chgData name="Pittet Loïc" userId="b1eea02a-7462-4a20-8fb9-c8286a78846e" providerId="ADAL" clId="{867720C1-1494-4239-865F-E5926CBC44F0}" dt="2025-06-05T11:34:23.356" v="1277" actId="20577"/>
          <ac:spMkLst>
            <pc:docMk/>
            <pc:sldMk cId="1041283875" sldId="265"/>
            <ac:spMk id="2" creationId="{36A469F1-55BF-4783-86EA-E0771D8260C8}"/>
          </ac:spMkLst>
        </pc:spChg>
        <pc:grpChg chg="add">
          <ac:chgData name="Pittet Loïc" userId="b1eea02a-7462-4a20-8fb9-c8286a78846e" providerId="ADAL" clId="{867720C1-1494-4239-865F-E5926CBC44F0}" dt="2025-06-05T11:07:35.276" v="1048" actId="26606"/>
          <ac:grpSpMkLst>
            <pc:docMk/>
            <pc:sldMk cId="1041283875" sldId="265"/>
            <ac:grpSpMk id="13" creationId="{31C49F18-8757-4E87-5C2E-9D6D7B82BA3B}"/>
          </ac:grpSpMkLst>
        </pc:grpChg>
        <pc:picChg chg="add mod">
          <ac:chgData name="Pittet Loïc" userId="b1eea02a-7462-4a20-8fb9-c8286a78846e" providerId="ADAL" clId="{867720C1-1494-4239-865F-E5926CBC44F0}" dt="2025-06-05T14:00:58.006" v="1327" actId="1076"/>
          <ac:picMkLst>
            <pc:docMk/>
            <pc:sldMk cId="1041283875" sldId="265"/>
            <ac:picMk id="6" creationId="{B7884011-6083-67F0-9E39-514829541236}"/>
          </ac:picMkLst>
        </pc:picChg>
        <pc:picChg chg="add mod">
          <ac:chgData name="Pittet Loïc" userId="b1eea02a-7462-4a20-8fb9-c8286a78846e" providerId="ADAL" clId="{867720C1-1494-4239-865F-E5926CBC44F0}" dt="2025-06-05T14:01:46.639" v="1330" actId="1076"/>
          <ac:picMkLst>
            <pc:docMk/>
            <pc:sldMk cId="1041283875" sldId="265"/>
            <ac:picMk id="7" creationId="{53A0A2DF-CDDE-C5B7-8DD0-3F49A0AC20D6}"/>
          </ac:picMkLst>
        </pc:picChg>
        <pc:picChg chg="add mod">
          <ac:chgData name="Pittet Loïc" userId="b1eea02a-7462-4a20-8fb9-c8286a78846e" providerId="ADAL" clId="{867720C1-1494-4239-865F-E5926CBC44F0}" dt="2025-06-05T14:12:07.703" v="1396" actId="1076"/>
          <ac:picMkLst>
            <pc:docMk/>
            <pc:sldMk cId="1041283875" sldId="265"/>
            <ac:picMk id="8" creationId="{D3D70880-F517-B0CF-81D9-8E382DE43D0F}"/>
          </ac:picMkLst>
        </pc:picChg>
      </pc:sldChg>
      <pc:sldChg chg="addSp delSp modSp mod modTransition setBg">
        <pc:chgData name="Pittet Loïc" userId="b1eea02a-7462-4a20-8fb9-c8286a78846e" providerId="ADAL" clId="{867720C1-1494-4239-865F-E5926CBC44F0}" dt="2025-06-06T08:46:54.712" v="2293" actId="26606"/>
        <pc:sldMkLst>
          <pc:docMk/>
          <pc:sldMk cId="2391814345" sldId="266"/>
        </pc:sldMkLst>
        <pc:spChg chg="mod">
          <ac:chgData name="Pittet Loïc" userId="b1eea02a-7462-4a20-8fb9-c8286a78846e" providerId="ADAL" clId="{867720C1-1494-4239-865F-E5926CBC44F0}" dt="2025-06-06T08:46:54.712" v="2293" actId="26606"/>
          <ac:spMkLst>
            <pc:docMk/>
            <pc:sldMk cId="2391814345" sldId="266"/>
            <ac:spMk id="2" creationId="{36A469F1-55BF-4783-86EA-E0771D8260C8}"/>
          </ac:spMkLst>
        </pc:spChg>
        <pc:spChg chg="add mod ord">
          <ac:chgData name="Pittet Loïc" userId="b1eea02a-7462-4a20-8fb9-c8286a78846e" providerId="ADAL" clId="{867720C1-1494-4239-865F-E5926CBC44F0}" dt="2025-06-06T08:46:54.712" v="2293" actId="26606"/>
          <ac:spMkLst>
            <pc:docMk/>
            <pc:sldMk cId="2391814345" sldId="266"/>
            <ac:spMk id="18" creationId="{01E9C10D-4D48-C6F3-95DF-011656E339E9}"/>
          </ac:spMkLst>
        </pc:spChg>
        <pc:grpChg chg="add del">
          <ac:chgData name="Pittet Loïc" userId="b1eea02a-7462-4a20-8fb9-c8286a78846e" providerId="ADAL" clId="{867720C1-1494-4239-865F-E5926CBC44F0}" dt="2025-06-06T08:46:54.712" v="2293" actId="26606"/>
          <ac:grpSpMkLst>
            <pc:docMk/>
            <pc:sldMk cId="2391814345" sldId="266"/>
            <ac:grpSpMk id="19" creationId="{6258F736-B256-8039-9DC6-F4E49A5C5AD5}"/>
          </ac:grpSpMkLst>
        </pc:grpChg>
        <pc:picChg chg="add mod ord">
          <ac:chgData name="Pittet Loïc" userId="b1eea02a-7462-4a20-8fb9-c8286a78846e" providerId="ADAL" clId="{867720C1-1494-4239-865F-E5926CBC44F0}" dt="2025-06-06T08:46:54.712" v="2293" actId="26606"/>
          <ac:picMkLst>
            <pc:docMk/>
            <pc:sldMk cId="2391814345" sldId="266"/>
            <ac:picMk id="6" creationId="{8D6D4C25-A1EF-A581-1F69-9130E05B3042}"/>
          </ac:picMkLst>
        </pc:picChg>
        <pc:picChg chg="add mod">
          <ac:chgData name="Pittet Loïc" userId="b1eea02a-7462-4a20-8fb9-c8286a78846e" providerId="ADAL" clId="{867720C1-1494-4239-865F-E5926CBC44F0}" dt="2025-06-06T08:46:54.712" v="2293" actId="26606"/>
          <ac:picMkLst>
            <pc:docMk/>
            <pc:sldMk cId="2391814345" sldId="266"/>
            <ac:picMk id="7" creationId="{8D94EFA6-C684-F9B7-6BF2-1B989A28C4FE}"/>
          </ac:picMkLst>
        </pc:picChg>
      </pc:sldChg>
      <pc:sldChg chg="modSp add del">
        <pc:chgData name="Pittet Loïc" userId="b1eea02a-7462-4a20-8fb9-c8286a78846e" providerId="ADAL" clId="{867720C1-1494-4239-865F-E5926CBC44F0}" dt="2025-06-06T07:29:31.091" v="1764" actId="47"/>
        <pc:sldMkLst>
          <pc:docMk/>
          <pc:sldMk cId="3187469179" sldId="267"/>
        </pc:sldMkLst>
      </pc:sldChg>
      <pc:sldChg chg="addSp delSp modSp mod modTransition setBg modNotesTx">
        <pc:chgData name="Pittet Loïc" userId="b1eea02a-7462-4a20-8fb9-c8286a78846e" providerId="ADAL" clId="{867720C1-1494-4239-865F-E5926CBC44F0}" dt="2025-06-12T07:11:22.020" v="3931" actId="20577"/>
        <pc:sldMkLst>
          <pc:docMk/>
          <pc:sldMk cId="1131792632" sldId="268"/>
        </pc:sldMkLst>
        <pc:spChg chg="mod">
          <ac:chgData name="Pittet Loïc" userId="b1eea02a-7462-4a20-8fb9-c8286a78846e" providerId="ADAL" clId="{867720C1-1494-4239-865F-E5926CBC44F0}" dt="2025-06-05T09:37:51.509" v="1033" actId="26606"/>
          <ac:spMkLst>
            <pc:docMk/>
            <pc:sldMk cId="1131792632" sldId="268"/>
            <ac:spMk id="9" creationId="{FCF9C3D0-D31B-4B42-9EA6-562AF8FEFBC5}"/>
          </ac:spMkLst>
        </pc:spChg>
        <pc:spChg chg="add">
          <ac:chgData name="Pittet Loïc" userId="b1eea02a-7462-4a20-8fb9-c8286a78846e" providerId="ADAL" clId="{867720C1-1494-4239-865F-E5926CBC44F0}" dt="2025-06-05T09:37:51.509" v="1033" actId="26606"/>
          <ac:spMkLst>
            <pc:docMk/>
            <pc:sldMk cId="1131792632" sldId="268"/>
            <ac:spMk id="14" creationId="{2C61293E-6EBE-43EF-A52C-9BEBFD7679D4}"/>
          </ac:spMkLst>
        </pc:spChg>
        <pc:spChg chg="add">
          <ac:chgData name="Pittet Loïc" userId="b1eea02a-7462-4a20-8fb9-c8286a78846e" providerId="ADAL" clId="{867720C1-1494-4239-865F-E5926CBC44F0}" dt="2025-06-05T09:37:51.509" v="1033" actId="26606"/>
          <ac:spMkLst>
            <pc:docMk/>
            <pc:sldMk cId="1131792632" sldId="268"/>
            <ac:spMk id="16" creationId="{21540236-BFD5-4A9D-8840-4703E7F76825}"/>
          </ac:spMkLst>
        </pc:spChg>
        <pc:picChg chg="add mod">
          <ac:chgData name="Pittet Loïc" userId="b1eea02a-7462-4a20-8fb9-c8286a78846e" providerId="ADAL" clId="{867720C1-1494-4239-865F-E5926CBC44F0}" dt="2025-06-05T09:37:51.509" v="1033" actId="26606"/>
          <ac:picMkLst>
            <pc:docMk/>
            <pc:sldMk cId="1131792632" sldId="268"/>
            <ac:picMk id="3" creationId="{3CF2FAA6-69B4-6D19-5742-D1F888B701CB}"/>
          </ac:picMkLst>
        </pc:picChg>
      </pc:sldChg>
      <pc:sldChg chg="modSp del">
        <pc:chgData name="Pittet Loïc" userId="b1eea02a-7462-4a20-8fb9-c8286a78846e" providerId="ADAL" clId="{867720C1-1494-4239-865F-E5926CBC44F0}" dt="2025-06-06T07:29:32.217" v="1765" actId="47"/>
        <pc:sldMkLst>
          <pc:docMk/>
          <pc:sldMk cId="29079591" sldId="269"/>
        </pc:sldMkLst>
      </pc:sldChg>
      <pc:sldChg chg="addSp delSp modSp mod modTransition setBg">
        <pc:chgData name="Pittet Loïc" userId="b1eea02a-7462-4a20-8fb9-c8286a78846e" providerId="ADAL" clId="{867720C1-1494-4239-865F-E5926CBC44F0}" dt="2025-06-11T06:53:29.373" v="2381"/>
        <pc:sldMkLst>
          <pc:docMk/>
          <pc:sldMk cId="3500727714" sldId="270"/>
        </pc:sldMkLst>
        <pc:spChg chg="mod">
          <ac:chgData name="Pittet Loïc" userId="b1eea02a-7462-4a20-8fb9-c8286a78846e" providerId="ADAL" clId="{867720C1-1494-4239-865F-E5926CBC44F0}" dt="2025-06-11T06:24:50.620" v="2341" actId="26606"/>
          <ac:spMkLst>
            <pc:docMk/>
            <pc:sldMk cId="3500727714" sldId="270"/>
            <ac:spMk id="2" creationId="{EAE2C429-7268-4494-B9C1-0F10F7D1BC03}"/>
          </ac:spMkLst>
        </pc:spChg>
        <pc:spChg chg="mod ord">
          <ac:chgData name="Pittet Loïc" userId="b1eea02a-7462-4a20-8fb9-c8286a78846e" providerId="ADAL" clId="{867720C1-1494-4239-865F-E5926CBC44F0}" dt="2025-06-11T06:24:50.620" v="2341" actId="26606"/>
          <ac:spMkLst>
            <pc:docMk/>
            <pc:sldMk cId="3500727714" sldId="270"/>
            <ac:spMk id="3" creationId="{0EB738CA-BE2D-47DC-8FD3-E73703ABB293}"/>
          </ac:spMkLst>
        </pc:spChg>
        <pc:spChg chg="add del">
          <ac:chgData name="Pittet Loïc" userId="b1eea02a-7462-4a20-8fb9-c8286a78846e" providerId="ADAL" clId="{867720C1-1494-4239-865F-E5926CBC44F0}" dt="2025-06-11T06:24:15.951" v="2332" actId="26606"/>
          <ac:spMkLst>
            <pc:docMk/>
            <pc:sldMk cId="3500727714" sldId="270"/>
            <ac:spMk id="10" creationId="{4AB9B8B4-6AA0-6EC2-5180-35BA3CFC286B}"/>
          </ac:spMkLst>
        </pc:spChg>
        <pc:spChg chg="add del">
          <ac:chgData name="Pittet Loïc" userId="b1eea02a-7462-4a20-8fb9-c8286a78846e" providerId="ADAL" clId="{867720C1-1494-4239-865F-E5926CBC44F0}" dt="2025-06-11T06:24:19.272" v="2334" actId="26606"/>
          <ac:spMkLst>
            <pc:docMk/>
            <pc:sldMk cId="3500727714" sldId="270"/>
            <ac:spMk id="12" creationId="{6ACA6F80-D392-A64E-3CF8-F28F1CCEE67B}"/>
          </ac:spMkLst>
        </pc:spChg>
        <pc:spChg chg="add del">
          <ac:chgData name="Pittet Loïc" userId="b1eea02a-7462-4a20-8fb9-c8286a78846e" providerId="ADAL" clId="{867720C1-1494-4239-865F-E5926CBC44F0}" dt="2025-06-11T06:24:20.400" v="2336" actId="26606"/>
          <ac:spMkLst>
            <pc:docMk/>
            <pc:sldMk cId="3500727714" sldId="270"/>
            <ac:spMk id="14" creationId="{43867147-1C83-BF71-39B0-B590EE7F349F}"/>
          </ac:spMkLst>
        </pc:spChg>
        <pc:spChg chg="add del">
          <ac:chgData name="Pittet Loïc" userId="b1eea02a-7462-4a20-8fb9-c8286a78846e" providerId="ADAL" clId="{867720C1-1494-4239-865F-E5926CBC44F0}" dt="2025-06-11T06:24:44.529" v="2338" actId="26606"/>
          <ac:spMkLst>
            <pc:docMk/>
            <pc:sldMk cId="3500727714" sldId="270"/>
            <ac:spMk id="16" creationId="{4D867C6C-C426-3E30-5446-52685E13AF54}"/>
          </ac:spMkLst>
        </pc:spChg>
        <pc:spChg chg="add del">
          <ac:chgData name="Pittet Loïc" userId="b1eea02a-7462-4a20-8fb9-c8286a78846e" providerId="ADAL" clId="{867720C1-1494-4239-865F-E5926CBC44F0}" dt="2025-06-11T06:24:50.616" v="2340" actId="26606"/>
          <ac:spMkLst>
            <pc:docMk/>
            <pc:sldMk cId="3500727714" sldId="270"/>
            <ac:spMk id="18" creationId="{8207B083-EAC0-A5BB-C369-C9589EC7F2F0}"/>
          </ac:spMkLst>
        </pc:spChg>
        <pc:spChg chg="add">
          <ac:chgData name="Pittet Loïc" userId="b1eea02a-7462-4a20-8fb9-c8286a78846e" providerId="ADAL" clId="{867720C1-1494-4239-865F-E5926CBC44F0}" dt="2025-06-11T06:24:50.620" v="2341" actId="26606"/>
          <ac:spMkLst>
            <pc:docMk/>
            <pc:sldMk cId="3500727714" sldId="270"/>
            <ac:spMk id="20" creationId="{CBB0869A-0BE5-B3E9-F73D-2F3691E4D932}"/>
          </ac:spMkLst>
        </pc:spChg>
        <pc:picChg chg="add mod">
          <ac:chgData name="Pittet Loïc" userId="b1eea02a-7462-4a20-8fb9-c8286a78846e" providerId="ADAL" clId="{867720C1-1494-4239-865F-E5926CBC44F0}" dt="2025-06-11T06:24:50.620" v="2341" actId="26606"/>
          <ac:picMkLst>
            <pc:docMk/>
            <pc:sldMk cId="3500727714" sldId="270"/>
            <ac:picMk id="5" creationId="{A9CF767E-7DD6-DBDE-B8FC-4AEFB1F2F91D}"/>
          </ac:picMkLst>
        </pc:picChg>
      </pc:sldChg>
      <pc:sldChg chg="addSp delSp modSp mod modTransition setBg">
        <pc:chgData name="Pittet Loïc" userId="b1eea02a-7462-4a20-8fb9-c8286a78846e" providerId="ADAL" clId="{867720C1-1494-4239-865F-E5926CBC44F0}" dt="2025-06-11T06:53:22.302" v="2379"/>
        <pc:sldMkLst>
          <pc:docMk/>
          <pc:sldMk cId="758278555" sldId="271"/>
        </pc:sldMkLst>
        <pc:spChg chg="mod">
          <ac:chgData name="Pittet Loïc" userId="b1eea02a-7462-4a20-8fb9-c8286a78846e" providerId="ADAL" clId="{867720C1-1494-4239-865F-E5926CBC44F0}" dt="2025-06-06T08:45:14.469" v="2282" actId="26606"/>
          <ac:spMkLst>
            <pc:docMk/>
            <pc:sldMk cId="758278555" sldId="271"/>
            <ac:spMk id="2" creationId="{538E2E65-A213-4E8B-B5BD-9D3DED47CD43}"/>
          </ac:spMkLst>
        </pc:spChg>
        <pc:spChg chg="add">
          <ac:chgData name="Pittet Loïc" userId="b1eea02a-7462-4a20-8fb9-c8286a78846e" providerId="ADAL" clId="{867720C1-1494-4239-865F-E5926CBC44F0}" dt="2025-06-06T08:45:14.469" v="2282" actId="26606"/>
          <ac:spMkLst>
            <pc:docMk/>
            <pc:sldMk cId="758278555" sldId="271"/>
            <ac:spMk id="14" creationId="{C4879EFC-8E62-4E00-973C-C45EE9EC676D}"/>
          </ac:spMkLst>
        </pc:spChg>
        <pc:spChg chg="add">
          <ac:chgData name="Pittet Loïc" userId="b1eea02a-7462-4a20-8fb9-c8286a78846e" providerId="ADAL" clId="{867720C1-1494-4239-865F-E5926CBC44F0}" dt="2025-06-06T08:45:14.469" v="2282" actId="26606"/>
          <ac:spMkLst>
            <pc:docMk/>
            <pc:sldMk cId="758278555" sldId="271"/>
            <ac:spMk id="16" creationId="{D6A9C53F-5F90-40A5-8C85-5412D39C8C68}"/>
          </ac:spMkLst>
        </pc:spChg>
        <pc:picChg chg="add mod">
          <ac:chgData name="Pittet Loïc" userId="b1eea02a-7462-4a20-8fb9-c8286a78846e" providerId="ADAL" clId="{867720C1-1494-4239-865F-E5926CBC44F0}" dt="2025-06-06T08:45:14.469" v="2282" actId="26606"/>
          <ac:picMkLst>
            <pc:docMk/>
            <pc:sldMk cId="758278555" sldId="271"/>
            <ac:picMk id="8" creationId="{DDADA4FA-5321-1580-1A00-DF0AA7657E3A}"/>
          </ac:picMkLst>
        </pc:picChg>
        <pc:picChg chg="add mod">
          <ac:chgData name="Pittet Loïc" userId="b1eea02a-7462-4a20-8fb9-c8286a78846e" providerId="ADAL" clId="{867720C1-1494-4239-865F-E5926CBC44F0}" dt="2025-06-06T08:45:14.469" v="2282" actId="26606"/>
          <ac:picMkLst>
            <pc:docMk/>
            <pc:sldMk cId="758278555" sldId="271"/>
            <ac:picMk id="9" creationId="{0DA73016-E65A-08A4-B2A1-CD1B25EF5C99}"/>
          </ac:picMkLst>
        </pc:picChg>
      </pc:sldChg>
      <pc:sldChg chg="addSp delSp modSp mod modTransition setBg">
        <pc:chgData name="Pittet Loïc" userId="b1eea02a-7462-4a20-8fb9-c8286a78846e" providerId="ADAL" clId="{867720C1-1494-4239-865F-E5926CBC44F0}" dt="2025-06-06T08:46:55.313" v="2294" actId="26606"/>
        <pc:sldMkLst>
          <pc:docMk/>
          <pc:sldMk cId="2931759434" sldId="272"/>
        </pc:sldMkLst>
        <pc:spChg chg="mod">
          <ac:chgData name="Pittet Loïc" userId="b1eea02a-7462-4a20-8fb9-c8286a78846e" providerId="ADAL" clId="{867720C1-1494-4239-865F-E5926CBC44F0}" dt="2025-06-06T08:46:55.313" v="2294" actId="26606"/>
          <ac:spMkLst>
            <pc:docMk/>
            <pc:sldMk cId="2931759434" sldId="272"/>
            <ac:spMk id="2" creationId="{36A469F1-55BF-4783-86EA-E0771D8260C8}"/>
          </ac:spMkLst>
        </pc:spChg>
        <pc:spChg chg="add del mod">
          <ac:chgData name="Pittet Loïc" userId="b1eea02a-7462-4a20-8fb9-c8286a78846e" providerId="ADAL" clId="{867720C1-1494-4239-865F-E5926CBC44F0}" dt="2025-06-06T08:46:55.313" v="2294" actId="26606"/>
          <ac:spMkLst>
            <pc:docMk/>
            <pc:sldMk cId="2931759434" sldId="272"/>
            <ac:spMk id="7" creationId="{B5DE12D7-1090-8A7A-E17E-2956DCE41D79}"/>
          </ac:spMkLst>
        </pc:spChg>
        <pc:spChg chg="add mod ord">
          <ac:chgData name="Pittet Loïc" userId="b1eea02a-7462-4a20-8fb9-c8286a78846e" providerId="ADAL" clId="{867720C1-1494-4239-865F-E5926CBC44F0}" dt="2025-06-06T08:46:55.313" v="2294" actId="26606"/>
          <ac:spMkLst>
            <pc:docMk/>
            <pc:sldMk cId="2931759434" sldId="272"/>
            <ac:spMk id="9" creationId="{51DBE202-74DE-00E9-8353-B1691CB77A09}"/>
          </ac:spMkLst>
        </pc:spChg>
        <pc:grpChg chg="add del">
          <ac:chgData name="Pittet Loïc" userId="b1eea02a-7462-4a20-8fb9-c8286a78846e" providerId="ADAL" clId="{867720C1-1494-4239-865F-E5926CBC44F0}" dt="2025-06-06T08:46:55.313" v="2294" actId="26606"/>
          <ac:grpSpMkLst>
            <pc:docMk/>
            <pc:sldMk cId="2931759434" sldId="272"/>
            <ac:grpSpMk id="12" creationId="{6258F736-B256-8039-9DC6-F4E49A5C5AD5}"/>
          </ac:grpSpMkLst>
        </pc:grpChg>
        <pc:picChg chg="add mod">
          <ac:chgData name="Pittet Loïc" userId="b1eea02a-7462-4a20-8fb9-c8286a78846e" providerId="ADAL" clId="{867720C1-1494-4239-865F-E5926CBC44F0}" dt="2025-06-06T08:46:55.313" v="2294" actId="26606"/>
          <ac:picMkLst>
            <pc:docMk/>
            <pc:sldMk cId="2931759434" sldId="272"/>
            <ac:picMk id="8" creationId="{E2CA82E1-F17B-B7D2-976D-F3F91AD34855}"/>
          </ac:picMkLst>
        </pc:picChg>
      </pc:sldChg>
      <pc:sldChg chg="addSp delSp modSp mod modTransition setBg">
        <pc:chgData name="Pittet Loïc" userId="b1eea02a-7462-4a20-8fb9-c8286a78846e" providerId="ADAL" clId="{867720C1-1494-4239-865F-E5926CBC44F0}" dt="2025-06-11T06:43:03.452" v="2370" actId="14100"/>
        <pc:sldMkLst>
          <pc:docMk/>
          <pc:sldMk cId="2137333589" sldId="273"/>
        </pc:sldMkLst>
        <pc:spChg chg="mod">
          <ac:chgData name="Pittet Loïc" userId="b1eea02a-7462-4a20-8fb9-c8286a78846e" providerId="ADAL" clId="{867720C1-1494-4239-865F-E5926CBC44F0}" dt="2025-06-05T11:34:38.844" v="1288" actId="20577"/>
          <ac:spMkLst>
            <pc:docMk/>
            <pc:sldMk cId="2137333589" sldId="273"/>
            <ac:spMk id="2" creationId="{36A469F1-55BF-4783-86EA-E0771D8260C8}"/>
          </ac:spMkLst>
        </pc:spChg>
        <pc:spChg chg="add">
          <ac:chgData name="Pittet Loïc" userId="b1eea02a-7462-4a20-8fb9-c8286a78846e" providerId="ADAL" clId="{867720C1-1494-4239-865F-E5926CBC44F0}" dt="2025-06-05T11:12:16.523" v="1130" actId="26606"/>
          <ac:spMkLst>
            <pc:docMk/>
            <pc:sldMk cId="2137333589" sldId="273"/>
            <ac:spMk id="10" creationId="{BB0E4359-C54F-18A5-A903-2B6D7DF20F3B}"/>
          </ac:spMkLst>
        </pc:spChg>
        <pc:grpChg chg="add">
          <ac:chgData name="Pittet Loïc" userId="b1eea02a-7462-4a20-8fb9-c8286a78846e" providerId="ADAL" clId="{867720C1-1494-4239-865F-E5926CBC44F0}" dt="2025-06-05T11:12:16.523" v="1130" actId="26606"/>
          <ac:grpSpMkLst>
            <pc:docMk/>
            <pc:sldMk cId="2137333589" sldId="273"/>
            <ac:grpSpMk id="13" creationId="{6258F736-B256-8039-9DC6-F4E49A5C5AD5}"/>
          </ac:grpSpMkLst>
        </pc:grpChg>
        <pc:picChg chg="add mod">
          <ac:chgData name="Pittet Loïc" userId="b1eea02a-7462-4a20-8fb9-c8286a78846e" providerId="ADAL" clId="{867720C1-1494-4239-865F-E5926CBC44F0}" dt="2025-06-11T06:43:01.219" v="2369" actId="14100"/>
          <ac:picMkLst>
            <pc:docMk/>
            <pc:sldMk cId="2137333589" sldId="273"/>
            <ac:picMk id="8" creationId="{8867D131-21E9-915F-9867-61C7860103C4}"/>
          </ac:picMkLst>
        </pc:picChg>
        <pc:picChg chg="add mod">
          <ac:chgData name="Pittet Loïc" userId="b1eea02a-7462-4a20-8fb9-c8286a78846e" providerId="ADAL" clId="{867720C1-1494-4239-865F-E5926CBC44F0}" dt="2025-06-11T06:43:03.452" v="2370" actId="14100"/>
          <ac:picMkLst>
            <pc:docMk/>
            <pc:sldMk cId="2137333589" sldId="273"/>
            <ac:picMk id="9" creationId="{6377FB2E-C352-47D6-3F5C-6B5A27078148}"/>
          </ac:picMkLst>
        </pc:picChg>
        <pc:picChg chg="add mod">
          <ac:chgData name="Pittet Loïc" userId="b1eea02a-7462-4a20-8fb9-c8286a78846e" providerId="ADAL" clId="{867720C1-1494-4239-865F-E5926CBC44F0}" dt="2025-06-05T14:06:59.214" v="1375" actId="1076"/>
          <ac:picMkLst>
            <pc:docMk/>
            <pc:sldMk cId="2137333589" sldId="273"/>
            <ac:picMk id="11" creationId="{E51A9DAD-E03D-3685-4ECA-8619A2B69BCC}"/>
          </ac:picMkLst>
        </pc:picChg>
        <pc:picChg chg="add mod ord">
          <ac:chgData name="Pittet Loïc" userId="b1eea02a-7462-4a20-8fb9-c8286a78846e" providerId="ADAL" clId="{867720C1-1494-4239-865F-E5926CBC44F0}" dt="2025-06-05T14:08:02.032" v="1384" actId="14100"/>
          <ac:picMkLst>
            <pc:docMk/>
            <pc:sldMk cId="2137333589" sldId="273"/>
            <ac:picMk id="12" creationId="{3DA072D0-AC17-6953-6AB4-9ACB2DAB5031}"/>
          </ac:picMkLst>
        </pc:picChg>
      </pc:sldChg>
      <pc:sldChg chg="modSp del">
        <pc:chgData name="Pittet Loïc" userId="b1eea02a-7462-4a20-8fb9-c8286a78846e" providerId="ADAL" clId="{867720C1-1494-4239-865F-E5926CBC44F0}" dt="2025-06-06T07:29:34.647" v="1766" actId="47"/>
        <pc:sldMkLst>
          <pc:docMk/>
          <pc:sldMk cId="336166571" sldId="274"/>
        </pc:sldMkLst>
      </pc:sldChg>
      <pc:sldChg chg="delSp modSp del mod">
        <pc:chgData name="Pittet Loïc" userId="b1eea02a-7462-4a20-8fb9-c8286a78846e" providerId="ADAL" clId="{867720C1-1494-4239-865F-E5926CBC44F0}" dt="2025-06-05T09:30:47.169" v="1004" actId="47"/>
        <pc:sldMkLst>
          <pc:docMk/>
          <pc:sldMk cId="1855551332" sldId="275"/>
        </pc:sldMkLst>
      </pc:sldChg>
      <pc:sldChg chg="addSp delSp modSp mod modTransition setBg">
        <pc:chgData name="Pittet Loïc" userId="b1eea02a-7462-4a20-8fb9-c8286a78846e" providerId="ADAL" clId="{867720C1-1494-4239-865F-E5926CBC44F0}" dt="2025-06-11T06:53:55.558" v="2388"/>
        <pc:sldMkLst>
          <pc:docMk/>
          <pc:sldMk cId="235324796" sldId="276"/>
        </pc:sldMkLst>
        <pc:spChg chg="mod">
          <ac:chgData name="Pittet Loïc" userId="b1eea02a-7462-4a20-8fb9-c8286a78846e" providerId="ADAL" clId="{867720C1-1494-4239-865F-E5926CBC44F0}" dt="2025-06-06T06:20:45.565" v="1405" actId="1076"/>
          <ac:spMkLst>
            <pc:docMk/>
            <pc:sldMk cId="235324796" sldId="276"/>
            <ac:spMk id="2" creationId="{9DE03349-6865-4E73-840F-9091048D3E5E}"/>
          </ac:spMkLst>
        </pc:spChg>
        <pc:spChg chg="mod ord">
          <ac:chgData name="Pittet Loïc" userId="b1eea02a-7462-4a20-8fb9-c8286a78846e" providerId="ADAL" clId="{867720C1-1494-4239-865F-E5926CBC44F0}" dt="2025-06-05T09:32:28.691" v="1022" actId="26606"/>
          <ac:spMkLst>
            <pc:docMk/>
            <pc:sldMk cId="235324796" sldId="276"/>
            <ac:spMk id="3" creationId="{37B1EB33-AE95-4DF5-826A-CFABC91E41F6}"/>
          </ac:spMkLst>
        </pc:spChg>
        <pc:spChg chg="add">
          <ac:chgData name="Pittet Loïc" userId="b1eea02a-7462-4a20-8fb9-c8286a78846e" providerId="ADAL" clId="{867720C1-1494-4239-865F-E5926CBC44F0}" dt="2025-06-05T09:32:28.691" v="1022" actId="26606"/>
          <ac:spMkLst>
            <pc:docMk/>
            <pc:sldMk cId="235324796" sldId="276"/>
            <ac:spMk id="9" creationId="{A51A0227-072A-4F5F-928C-E2C3E5CCD10C}"/>
          </ac:spMkLst>
        </pc:spChg>
        <pc:spChg chg="add">
          <ac:chgData name="Pittet Loïc" userId="b1eea02a-7462-4a20-8fb9-c8286a78846e" providerId="ADAL" clId="{867720C1-1494-4239-865F-E5926CBC44F0}" dt="2025-06-05T09:32:28.691" v="1022" actId="26606"/>
          <ac:spMkLst>
            <pc:docMk/>
            <pc:sldMk cId="235324796" sldId="276"/>
            <ac:spMk id="10" creationId="{35D99776-4B38-47DF-A302-11AD9AF87ACA}"/>
          </ac:spMkLst>
        </pc:spChg>
        <pc:picChg chg="add mod ord">
          <ac:chgData name="Pittet Loïc" userId="b1eea02a-7462-4a20-8fb9-c8286a78846e" providerId="ADAL" clId="{867720C1-1494-4239-865F-E5926CBC44F0}" dt="2025-06-06T06:20:29.645" v="1403" actId="1076"/>
          <ac:picMkLst>
            <pc:docMk/>
            <pc:sldMk cId="235324796" sldId="276"/>
            <ac:picMk id="5" creationId="{D62B3DF8-0740-F06A-2624-290E3940A509}"/>
          </ac:picMkLst>
        </pc:picChg>
        <pc:picChg chg="add mod ord">
          <ac:chgData name="Pittet Loïc" userId="b1eea02a-7462-4a20-8fb9-c8286a78846e" providerId="ADAL" clId="{867720C1-1494-4239-865F-E5926CBC44F0}" dt="2025-06-06T06:19:57.133" v="1402" actId="1076"/>
          <ac:picMkLst>
            <pc:docMk/>
            <pc:sldMk cId="235324796" sldId="276"/>
            <ac:picMk id="7" creationId="{A104ED70-52C9-B02A-A1DA-0F60ADFF541E}"/>
          </ac:picMkLst>
        </pc:picChg>
      </pc:sldChg>
      <pc:sldChg chg="addSp delSp modSp new mod ord setBg delAnim modAnim delDesignElem modNotesTx">
        <pc:chgData name="Pittet Loïc" userId="b1eea02a-7462-4a20-8fb9-c8286a78846e" providerId="ADAL" clId="{867720C1-1494-4239-865F-E5926CBC44F0}" dt="2025-06-12T06:38:02.294" v="3125" actId="313"/>
        <pc:sldMkLst>
          <pc:docMk/>
          <pc:sldMk cId="1627098212" sldId="277"/>
        </pc:sldMkLst>
        <pc:spChg chg="mod">
          <ac:chgData name="Pittet Loïc" userId="b1eea02a-7462-4a20-8fb9-c8286a78846e" providerId="ADAL" clId="{867720C1-1494-4239-865F-E5926CBC44F0}" dt="2025-06-05T08:28:01.173" v="18" actId="26606"/>
          <ac:spMkLst>
            <pc:docMk/>
            <pc:sldMk cId="1627098212" sldId="277"/>
            <ac:spMk id="2" creationId="{C50850CF-ADF0-1E47-7BF0-74432AD93321}"/>
          </ac:spMkLst>
        </pc:spChg>
        <pc:picChg chg="add mod">
          <ac:chgData name="Pittet Loïc" userId="b1eea02a-7462-4a20-8fb9-c8286a78846e" providerId="ADAL" clId="{867720C1-1494-4239-865F-E5926CBC44F0}" dt="2025-06-05T08:54:09.035" v="296"/>
          <ac:picMkLst>
            <pc:docMk/>
            <pc:sldMk cId="1627098212" sldId="277"/>
            <ac:picMk id="18" creationId="{59214B1C-2BA9-4679-AB41-39D8A9286E26}"/>
          </ac:picMkLst>
        </pc:picChg>
      </pc:sldChg>
      <pc:sldChg chg="addSp delSp modSp new mod modTransition setBg">
        <pc:chgData name="Pittet Loïc" userId="b1eea02a-7462-4a20-8fb9-c8286a78846e" providerId="ADAL" clId="{867720C1-1494-4239-865F-E5926CBC44F0}" dt="2025-06-06T08:45:58.094" v="2284" actId="26606"/>
        <pc:sldMkLst>
          <pc:docMk/>
          <pc:sldMk cId="3972699864" sldId="278"/>
        </pc:sldMkLst>
        <pc:spChg chg="mod">
          <ac:chgData name="Pittet Loïc" userId="b1eea02a-7462-4a20-8fb9-c8286a78846e" providerId="ADAL" clId="{867720C1-1494-4239-865F-E5926CBC44F0}" dt="2025-06-06T08:45:58.094" v="2284" actId="26606"/>
          <ac:spMkLst>
            <pc:docMk/>
            <pc:sldMk cId="3972699864" sldId="278"/>
            <ac:spMk id="2" creationId="{DAB1529F-E16D-F2E3-3199-F21ACB372FDD}"/>
          </ac:spMkLst>
        </pc:spChg>
        <pc:spChg chg="add">
          <ac:chgData name="Pittet Loïc" userId="b1eea02a-7462-4a20-8fb9-c8286a78846e" providerId="ADAL" clId="{867720C1-1494-4239-865F-E5926CBC44F0}" dt="2025-06-06T08:45:58.094" v="2284" actId="26606"/>
          <ac:spMkLst>
            <pc:docMk/>
            <pc:sldMk cId="3972699864" sldId="278"/>
            <ac:spMk id="19" creationId="{665DBBEF-238B-476B-96AB-8AAC3224ECEA}"/>
          </ac:spMkLst>
        </pc:spChg>
        <pc:spChg chg="add">
          <ac:chgData name="Pittet Loïc" userId="b1eea02a-7462-4a20-8fb9-c8286a78846e" providerId="ADAL" clId="{867720C1-1494-4239-865F-E5926CBC44F0}" dt="2025-06-06T08:45:58.094" v="2284" actId="26606"/>
          <ac:spMkLst>
            <pc:docMk/>
            <pc:sldMk cId="3972699864" sldId="278"/>
            <ac:spMk id="21" creationId="{3FCFB1DE-0B7E-48CC-BA90-B2AB0889F9D6}"/>
          </ac:spMkLst>
        </pc:spChg>
        <pc:picChg chg="add mod">
          <ac:chgData name="Pittet Loïc" userId="b1eea02a-7462-4a20-8fb9-c8286a78846e" providerId="ADAL" clId="{867720C1-1494-4239-865F-E5926CBC44F0}" dt="2025-06-06T08:45:58.094" v="2284" actId="26606"/>
          <ac:picMkLst>
            <pc:docMk/>
            <pc:sldMk cId="3972699864" sldId="278"/>
            <ac:picMk id="6" creationId="{3B4F6D5A-E27E-864D-4989-EB59F788C750}"/>
          </ac:picMkLst>
        </pc:picChg>
      </pc:sldChg>
      <pc:sldChg chg="addSp delSp modSp new mod modTransition">
        <pc:chgData name="Pittet Loïc" userId="b1eea02a-7462-4a20-8fb9-c8286a78846e" providerId="ADAL" clId="{867720C1-1494-4239-865F-E5926CBC44F0}" dt="2025-06-11T06:54:13.964" v="2392"/>
        <pc:sldMkLst>
          <pc:docMk/>
          <pc:sldMk cId="2640485933" sldId="279"/>
        </pc:sldMkLst>
        <pc:spChg chg="mod">
          <ac:chgData name="Pittet Loïc" userId="b1eea02a-7462-4a20-8fb9-c8286a78846e" providerId="ADAL" clId="{867720C1-1494-4239-865F-E5926CBC44F0}" dt="2025-06-06T06:31:36.691" v="1578" actId="20577"/>
          <ac:spMkLst>
            <pc:docMk/>
            <pc:sldMk cId="2640485933" sldId="279"/>
            <ac:spMk id="2" creationId="{C50147EA-81E0-E4EE-1C01-EA9D52548ED8}"/>
          </ac:spMkLst>
        </pc:spChg>
        <pc:picChg chg="add mod">
          <ac:chgData name="Pittet Loïc" userId="b1eea02a-7462-4a20-8fb9-c8286a78846e" providerId="ADAL" clId="{867720C1-1494-4239-865F-E5926CBC44F0}" dt="2025-06-06T06:32:32.602" v="1582" actId="1076"/>
          <ac:picMkLst>
            <pc:docMk/>
            <pc:sldMk cId="2640485933" sldId="279"/>
            <ac:picMk id="5" creationId="{82E13703-F1A6-C5B9-DE2E-78AA6BA78DB4}"/>
          </ac:picMkLst>
        </pc:picChg>
        <pc:picChg chg="add mod">
          <ac:chgData name="Pittet Loïc" userId="b1eea02a-7462-4a20-8fb9-c8286a78846e" providerId="ADAL" clId="{867720C1-1494-4239-865F-E5926CBC44F0}" dt="2025-06-06T06:34:04.180" v="1587" actId="1076"/>
          <ac:picMkLst>
            <pc:docMk/>
            <pc:sldMk cId="2640485933" sldId="279"/>
            <ac:picMk id="6" creationId="{9FDEE1C2-D469-6A0F-BCD8-73B73D9423DF}"/>
          </ac:picMkLst>
        </pc:picChg>
        <pc:picChg chg="add mod">
          <ac:chgData name="Pittet Loïc" userId="b1eea02a-7462-4a20-8fb9-c8286a78846e" providerId="ADAL" clId="{867720C1-1494-4239-865F-E5926CBC44F0}" dt="2025-06-06T06:44:24.316" v="1634" actId="1076"/>
          <ac:picMkLst>
            <pc:docMk/>
            <pc:sldMk cId="2640485933" sldId="279"/>
            <ac:picMk id="7" creationId="{F93F388E-85F1-1402-DDC6-E1CF8459956B}"/>
          </ac:picMkLst>
        </pc:picChg>
        <pc:picChg chg="add mod">
          <ac:chgData name="Pittet Loïc" userId="b1eea02a-7462-4a20-8fb9-c8286a78846e" providerId="ADAL" clId="{867720C1-1494-4239-865F-E5926CBC44F0}" dt="2025-06-06T07:12:12.530" v="1693" actId="1076"/>
          <ac:picMkLst>
            <pc:docMk/>
            <pc:sldMk cId="2640485933" sldId="279"/>
            <ac:picMk id="8" creationId="{A3C973E1-C31C-5387-5FA4-508450F470E7}"/>
          </ac:picMkLst>
        </pc:picChg>
      </pc:sldChg>
      <pc:sldChg chg="addSp delSp modSp new mod modTransition setBg">
        <pc:chgData name="Pittet Loïc" userId="b1eea02a-7462-4a20-8fb9-c8286a78846e" providerId="ADAL" clId="{867720C1-1494-4239-865F-E5926CBC44F0}" dt="2025-06-11T06:53:17.333" v="2378"/>
        <pc:sldMkLst>
          <pc:docMk/>
          <pc:sldMk cId="4005900311" sldId="280"/>
        </pc:sldMkLst>
        <pc:spChg chg="mod">
          <ac:chgData name="Pittet Loïc" userId="b1eea02a-7462-4a20-8fb9-c8286a78846e" providerId="ADAL" clId="{867720C1-1494-4239-865F-E5926CBC44F0}" dt="2025-06-06T08:45:11.638" v="2281" actId="26606"/>
          <ac:spMkLst>
            <pc:docMk/>
            <pc:sldMk cId="4005900311" sldId="280"/>
            <ac:spMk id="2" creationId="{0FA0AE74-F541-B135-9467-5FF5961D86E3}"/>
          </ac:spMkLst>
        </pc:spChg>
        <pc:spChg chg="add">
          <ac:chgData name="Pittet Loïc" userId="b1eea02a-7462-4a20-8fb9-c8286a78846e" providerId="ADAL" clId="{867720C1-1494-4239-865F-E5926CBC44F0}" dt="2025-06-06T08:45:11.638" v="2281" actId="26606"/>
          <ac:spMkLst>
            <pc:docMk/>
            <pc:sldMk cId="4005900311" sldId="280"/>
            <ac:spMk id="11" creationId="{C4879EFC-8E62-4E00-973C-C45EE9EC676D}"/>
          </ac:spMkLst>
        </pc:spChg>
        <pc:spChg chg="add">
          <ac:chgData name="Pittet Loïc" userId="b1eea02a-7462-4a20-8fb9-c8286a78846e" providerId="ADAL" clId="{867720C1-1494-4239-865F-E5926CBC44F0}" dt="2025-06-06T08:45:11.638" v="2281" actId="26606"/>
          <ac:spMkLst>
            <pc:docMk/>
            <pc:sldMk cId="4005900311" sldId="280"/>
            <ac:spMk id="13" creationId="{D6A9C53F-5F90-40A5-8C85-5412D39C8C68}"/>
          </ac:spMkLst>
        </pc:spChg>
        <pc:picChg chg="add mod ord">
          <ac:chgData name="Pittet Loïc" userId="b1eea02a-7462-4a20-8fb9-c8286a78846e" providerId="ADAL" clId="{867720C1-1494-4239-865F-E5926CBC44F0}" dt="2025-06-06T08:45:11.638" v="2281" actId="26606"/>
          <ac:picMkLst>
            <pc:docMk/>
            <pc:sldMk cId="4005900311" sldId="280"/>
            <ac:picMk id="5" creationId="{C0FF50ED-80F4-A876-B862-1E89162D82A9}"/>
          </ac:picMkLst>
        </pc:picChg>
        <pc:picChg chg="add mod">
          <ac:chgData name="Pittet Loïc" userId="b1eea02a-7462-4a20-8fb9-c8286a78846e" providerId="ADAL" clId="{867720C1-1494-4239-865F-E5926CBC44F0}" dt="2025-06-06T08:45:11.638" v="2281" actId="26606"/>
          <ac:picMkLst>
            <pc:docMk/>
            <pc:sldMk cId="4005900311" sldId="280"/>
            <ac:picMk id="6" creationId="{8825C12A-8D4B-D36B-ED7D-F8BAA8389F6E}"/>
          </ac:picMkLst>
        </pc:picChg>
      </pc:sldChg>
      <pc:sldChg chg="addSp delSp modSp new mod ord modTransition setBg">
        <pc:chgData name="Pittet Loïc" userId="b1eea02a-7462-4a20-8fb9-c8286a78846e" providerId="ADAL" clId="{867720C1-1494-4239-865F-E5926CBC44F0}" dt="2025-06-11T06:53:12.949" v="2377"/>
        <pc:sldMkLst>
          <pc:docMk/>
          <pc:sldMk cId="70733350" sldId="281"/>
        </pc:sldMkLst>
        <pc:spChg chg="mod">
          <ac:chgData name="Pittet Loïc" userId="b1eea02a-7462-4a20-8fb9-c8286a78846e" providerId="ADAL" clId="{867720C1-1494-4239-865F-E5926CBC44F0}" dt="2025-06-06T08:45:26.708" v="2283" actId="26606"/>
          <ac:spMkLst>
            <pc:docMk/>
            <pc:sldMk cId="70733350" sldId="281"/>
            <ac:spMk id="2" creationId="{83D1379D-96B2-3D7D-E6B1-B883717DDB03}"/>
          </ac:spMkLst>
        </pc:spChg>
        <pc:spChg chg="add">
          <ac:chgData name="Pittet Loïc" userId="b1eea02a-7462-4a20-8fb9-c8286a78846e" providerId="ADAL" clId="{867720C1-1494-4239-865F-E5926CBC44F0}" dt="2025-06-06T08:45:26.708" v="2283" actId="26606"/>
          <ac:spMkLst>
            <pc:docMk/>
            <pc:sldMk cId="70733350" sldId="281"/>
            <ac:spMk id="11" creationId="{C4879EFC-8E62-4E00-973C-C45EE9EC676D}"/>
          </ac:spMkLst>
        </pc:spChg>
        <pc:spChg chg="add">
          <ac:chgData name="Pittet Loïc" userId="b1eea02a-7462-4a20-8fb9-c8286a78846e" providerId="ADAL" clId="{867720C1-1494-4239-865F-E5926CBC44F0}" dt="2025-06-06T08:45:26.708" v="2283" actId="26606"/>
          <ac:spMkLst>
            <pc:docMk/>
            <pc:sldMk cId="70733350" sldId="281"/>
            <ac:spMk id="13" creationId="{D6A9C53F-5F90-40A5-8C85-5412D39C8C68}"/>
          </ac:spMkLst>
        </pc:spChg>
        <pc:picChg chg="add mod ord">
          <ac:chgData name="Pittet Loïc" userId="b1eea02a-7462-4a20-8fb9-c8286a78846e" providerId="ADAL" clId="{867720C1-1494-4239-865F-E5926CBC44F0}" dt="2025-06-06T08:45:26.708" v="2283" actId="26606"/>
          <ac:picMkLst>
            <pc:docMk/>
            <pc:sldMk cId="70733350" sldId="281"/>
            <ac:picMk id="5" creationId="{953DE10B-D8E1-A60A-5500-F78D31586AFC}"/>
          </ac:picMkLst>
        </pc:picChg>
        <pc:picChg chg="add mod">
          <ac:chgData name="Pittet Loïc" userId="b1eea02a-7462-4a20-8fb9-c8286a78846e" providerId="ADAL" clId="{867720C1-1494-4239-865F-E5926CBC44F0}" dt="2025-06-06T08:45:26.708" v="2283" actId="26606"/>
          <ac:picMkLst>
            <pc:docMk/>
            <pc:sldMk cId="70733350" sldId="281"/>
            <ac:picMk id="6" creationId="{3EE53F1D-3781-ED17-1A8F-CAC2E8E38A28}"/>
          </ac:picMkLst>
        </pc:picChg>
      </pc:sldChg>
      <pc:sldChg chg="delSp modSp add mod modTransition setBg delDesignElem">
        <pc:chgData name="Pittet Loïc" userId="b1eea02a-7462-4a20-8fb9-c8286a78846e" providerId="ADAL" clId="{867720C1-1494-4239-865F-E5926CBC44F0}" dt="2025-06-05T14:12:51.135" v="1398"/>
        <pc:sldMkLst>
          <pc:docMk/>
          <pc:sldMk cId="1771759163" sldId="282"/>
        </pc:sldMkLst>
        <pc:picChg chg="mod">
          <ac:chgData name="Pittet Loïc" userId="b1eea02a-7462-4a20-8fb9-c8286a78846e" providerId="ADAL" clId="{867720C1-1494-4239-865F-E5926CBC44F0}" dt="2025-06-05T14:12:15.198" v="1397" actId="1076"/>
          <ac:picMkLst>
            <pc:docMk/>
            <pc:sldMk cId="1771759163" sldId="282"/>
            <ac:picMk id="8" creationId="{E13DD8CA-3FA7-E366-AE65-EE3D3E960A78}"/>
          </ac:picMkLst>
        </pc:picChg>
      </pc:sldChg>
      <pc:sldChg chg="addSp delSp modSp add mod modTransition setBg delDesignElem">
        <pc:chgData name="Pittet Loïc" userId="b1eea02a-7462-4a20-8fb9-c8286a78846e" providerId="ADAL" clId="{867720C1-1494-4239-865F-E5926CBC44F0}" dt="2025-06-05T14:12:57.470" v="1399"/>
        <pc:sldMkLst>
          <pc:docMk/>
          <pc:sldMk cId="608196366" sldId="283"/>
        </pc:sldMkLst>
        <pc:picChg chg="add mod">
          <ac:chgData name="Pittet Loïc" userId="b1eea02a-7462-4a20-8fb9-c8286a78846e" providerId="ADAL" clId="{867720C1-1494-4239-865F-E5926CBC44F0}" dt="2025-06-05T14:06:21.608" v="1367" actId="1076"/>
          <ac:picMkLst>
            <pc:docMk/>
            <pc:sldMk cId="608196366" sldId="283"/>
            <ac:picMk id="3" creationId="{5BBF2FCE-B022-9DB4-0586-C91F66208BD4}"/>
          </ac:picMkLst>
        </pc:picChg>
        <pc:picChg chg="mod">
          <ac:chgData name="Pittet Loïc" userId="b1eea02a-7462-4a20-8fb9-c8286a78846e" providerId="ADAL" clId="{867720C1-1494-4239-865F-E5926CBC44F0}" dt="2025-06-05T14:06:24.478" v="1368" actId="1076"/>
          <ac:picMkLst>
            <pc:docMk/>
            <pc:sldMk cId="608196366" sldId="283"/>
            <ac:picMk id="8" creationId="{0A989BAA-0443-32FE-DD9C-F7CBC1E2F5A4}"/>
          </ac:picMkLst>
        </pc:picChg>
      </pc:sldChg>
      <pc:sldChg chg="addSp delSp modSp add mod modTransition setBg delDesignElem">
        <pc:chgData name="Pittet Loïc" userId="b1eea02a-7462-4a20-8fb9-c8286a78846e" providerId="ADAL" clId="{867720C1-1494-4239-865F-E5926CBC44F0}" dt="2025-06-05T14:13:02.641" v="1400"/>
        <pc:sldMkLst>
          <pc:docMk/>
          <pc:sldMk cId="1734416671" sldId="284"/>
        </pc:sldMkLst>
        <pc:picChg chg="add mod">
          <ac:chgData name="Pittet Loïc" userId="b1eea02a-7462-4a20-8fb9-c8286a78846e" providerId="ADAL" clId="{867720C1-1494-4239-865F-E5926CBC44F0}" dt="2025-06-05T14:09:53.719" v="1389" actId="1076"/>
          <ac:picMkLst>
            <pc:docMk/>
            <pc:sldMk cId="1734416671" sldId="284"/>
            <ac:picMk id="3" creationId="{834EFCA1-02A8-6C58-972B-A1EE1B69825E}"/>
          </ac:picMkLst>
        </pc:picChg>
        <pc:picChg chg="mod">
          <ac:chgData name="Pittet Loïc" userId="b1eea02a-7462-4a20-8fb9-c8286a78846e" providerId="ADAL" clId="{867720C1-1494-4239-865F-E5926CBC44F0}" dt="2025-06-05T14:09:15.663" v="1385" actId="1076"/>
          <ac:picMkLst>
            <pc:docMk/>
            <pc:sldMk cId="1734416671" sldId="284"/>
            <ac:picMk id="8" creationId="{F9640284-3331-D0F6-FABD-5A363CC3F327}"/>
          </ac:picMkLst>
        </pc:picChg>
      </pc:sldChg>
      <pc:sldChg chg="new del">
        <pc:chgData name="Pittet Loïc" userId="b1eea02a-7462-4a20-8fb9-c8286a78846e" providerId="ADAL" clId="{867720C1-1494-4239-865F-E5926CBC44F0}" dt="2025-06-06T06:38:58.913" v="1612" actId="47"/>
        <pc:sldMkLst>
          <pc:docMk/>
          <pc:sldMk cId="1092796244" sldId="285"/>
        </pc:sldMkLst>
      </pc:sldChg>
      <pc:sldChg chg="addSp delSp modSp add mod modTransition">
        <pc:chgData name="Pittet Loïc" userId="b1eea02a-7462-4a20-8fb9-c8286a78846e" providerId="ADAL" clId="{867720C1-1494-4239-865F-E5926CBC44F0}" dt="2025-06-06T07:04:06.430" v="1683" actId="20577"/>
        <pc:sldMkLst>
          <pc:docMk/>
          <pc:sldMk cId="2455833372" sldId="286"/>
        </pc:sldMkLst>
        <pc:spChg chg="mod">
          <ac:chgData name="Pittet Loïc" userId="b1eea02a-7462-4a20-8fb9-c8286a78846e" providerId="ADAL" clId="{867720C1-1494-4239-865F-E5926CBC44F0}" dt="2025-06-06T07:04:06.430" v="1683" actId="20577"/>
          <ac:spMkLst>
            <pc:docMk/>
            <pc:sldMk cId="2455833372" sldId="286"/>
            <ac:spMk id="2" creationId="{DC177D5B-1F89-14FF-CF99-E6A80C30F09E}"/>
          </ac:spMkLst>
        </pc:spChg>
        <pc:picChg chg="add mod">
          <ac:chgData name="Pittet Loïc" userId="b1eea02a-7462-4a20-8fb9-c8286a78846e" providerId="ADAL" clId="{867720C1-1494-4239-865F-E5926CBC44F0}" dt="2025-06-06T06:51:42.669" v="1651" actId="1076"/>
          <ac:picMkLst>
            <pc:docMk/>
            <pc:sldMk cId="2455833372" sldId="286"/>
            <ac:picMk id="7" creationId="{5026E954-2776-E39B-7EA2-CE18AE0FC3BE}"/>
          </ac:picMkLst>
        </pc:picChg>
        <pc:picChg chg="add mod">
          <ac:chgData name="Pittet Loïc" userId="b1eea02a-7462-4a20-8fb9-c8286a78846e" providerId="ADAL" clId="{867720C1-1494-4239-865F-E5926CBC44F0}" dt="2025-06-06T06:51:40.157" v="1650" actId="1076"/>
          <ac:picMkLst>
            <pc:docMk/>
            <pc:sldMk cId="2455833372" sldId="286"/>
            <ac:picMk id="8" creationId="{0989AB5E-D360-F4C4-24A7-1D69DA361FDA}"/>
          </ac:picMkLst>
        </pc:picChg>
        <pc:inkChg chg="add">
          <ac:chgData name="Pittet Loïc" userId="b1eea02a-7462-4a20-8fb9-c8286a78846e" providerId="ADAL" clId="{867720C1-1494-4239-865F-E5926CBC44F0}" dt="2025-06-06T06:52:10.573" v="1652" actId="9405"/>
          <ac:inkMkLst>
            <pc:docMk/>
            <pc:sldMk cId="2455833372" sldId="286"/>
            <ac:inkMk id="9" creationId="{AEBE7BF0-2D50-1A9A-9E99-7E0DC2595DCE}"/>
          </ac:inkMkLst>
        </pc:inkChg>
        <pc:inkChg chg="add">
          <ac:chgData name="Pittet Loïc" userId="b1eea02a-7462-4a20-8fb9-c8286a78846e" providerId="ADAL" clId="{867720C1-1494-4239-865F-E5926CBC44F0}" dt="2025-06-06T06:52:35.408" v="1653" actId="9405"/>
          <ac:inkMkLst>
            <pc:docMk/>
            <pc:sldMk cId="2455833372" sldId="286"/>
            <ac:inkMk id="10" creationId="{EA66540B-D23E-5C79-5762-4F21CD5C48CF}"/>
          </ac:inkMkLst>
        </pc:inkChg>
        <pc:inkChg chg="add">
          <ac:chgData name="Pittet Loïc" userId="b1eea02a-7462-4a20-8fb9-c8286a78846e" providerId="ADAL" clId="{867720C1-1494-4239-865F-E5926CBC44F0}" dt="2025-06-06T06:52:46.617" v="1654" actId="9405"/>
          <ac:inkMkLst>
            <pc:docMk/>
            <pc:sldMk cId="2455833372" sldId="286"/>
            <ac:inkMk id="11" creationId="{5FD0C942-4E3A-77F3-9DB5-AB0F8702FF3E}"/>
          </ac:inkMkLst>
        </pc:inkChg>
        <pc:inkChg chg="add">
          <ac:chgData name="Pittet Loïc" userId="b1eea02a-7462-4a20-8fb9-c8286a78846e" providerId="ADAL" clId="{867720C1-1494-4239-865F-E5926CBC44F0}" dt="2025-06-06T06:52:51.086" v="1655" actId="9405"/>
          <ac:inkMkLst>
            <pc:docMk/>
            <pc:sldMk cId="2455833372" sldId="286"/>
            <ac:inkMk id="12" creationId="{6AB35C34-23FF-D519-BA41-98155181E52B}"/>
          </ac:inkMkLst>
        </pc:inkChg>
        <pc:inkChg chg="add">
          <ac:chgData name="Pittet Loïc" userId="b1eea02a-7462-4a20-8fb9-c8286a78846e" providerId="ADAL" clId="{867720C1-1494-4239-865F-E5926CBC44F0}" dt="2025-06-06T06:52:57.369" v="1656" actId="9405"/>
          <ac:inkMkLst>
            <pc:docMk/>
            <pc:sldMk cId="2455833372" sldId="286"/>
            <ac:inkMk id="13" creationId="{DCD33864-24FE-6805-26AD-3CFB23F1CEAC}"/>
          </ac:inkMkLst>
        </pc:inkChg>
        <pc:inkChg chg="add">
          <ac:chgData name="Pittet Loïc" userId="b1eea02a-7462-4a20-8fb9-c8286a78846e" providerId="ADAL" clId="{867720C1-1494-4239-865F-E5926CBC44F0}" dt="2025-06-06T06:53:09.389" v="1657" actId="9405"/>
          <ac:inkMkLst>
            <pc:docMk/>
            <pc:sldMk cId="2455833372" sldId="286"/>
            <ac:inkMk id="14" creationId="{AD5770AC-0378-2D4A-D597-4933AF2C5F57}"/>
          </ac:inkMkLst>
        </pc:inkChg>
        <pc:inkChg chg="add">
          <ac:chgData name="Pittet Loïc" userId="b1eea02a-7462-4a20-8fb9-c8286a78846e" providerId="ADAL" clId="{867720C1-1494-4239-865F-E5926CBC44F0}" dt="2025-06-06T06:53:15.294" v="1658" actId="9405"/>
          <ac:inkMkLst>
            <pc:docMk/>
            <pc:sldMk cId="2455833372" sldId="286"/>
            <ac:inkMk id="15" creationId="{A2DED670-5F42-EA71-FD99-C8B736C513CD}"/>
          </ac:inkMkLst>
        </pc:inkChg>
        <pc:inkChg chg="add">
          <ac:chgData name="Pittet Loïc" userId="b1eea02a-7462-4a20-8fb9-c8286a78846e" providerId="ADAL" clId="{867720C1-1494-4239-865F-E5926CBC44F0}" dt="2025-06-06T06:53:19.255" v="1659" actId="9405"/>
          <ac:inkMkLst>
            <pc:docMk/>
            <pc:sldMk cId="2455833372" sldId="286"/>
            <ac:inkMk id="16" creationId="{B9A9E5AA-5076-497D-8F31-0F57C3C029AE}"/>
          </ac:inkMkLst>
        </pc:inkChg>
        <pc:inkChg chg="add">
          <ac:chgData name="Pittet Loïc" userId="b1eea02a-7462-4a20-8fb9-c8286a78846e" providerId="ADAL" clId="{867720C1-1494-4239-865F-E5926CBC44F0}" dt="2025-06-06T06:53:22.489" v="1660" actId="9405"/>
          <ac:inkMkLst>
            <pc:docMk/>
            <pc:sldMk cId="2455833372" sldId="286"/>
            <ac:inkMk id="17" creationId="{0F4CB943-FC4E-F0F2-C39F-510415C8D2EA}"/>
          </ac:inkMkLst>
        </pc:inkChg>
        <pc:inkChg chg="add">
          <ac:chgData name="Pittet Loïc" userId="b1eea02a-7462-4a20-8fb9-c8286a78846e" providerId="ADAL" clId="{867720C1-1494-4239-865F-E5926CBC44F0}" dt="2025-06-06T06:53:29.057" v="1661" actId="9405"/>
          <ac:inkMkLst>
            <pc:docMk/>
            <pc:sldMk cId="2455833372" sldId="286"/>
            <ac:inkMk id="18" creationId="{017522A1-20D3-E75E-410E-2793035B7EEF}"/>
          </ac:inkMkLst>
        </pc:inkChg>
        <pc:inkChg chg="add">
          <ac:chgData name="Pittet Loïc" userId="b1eea02a-7462-4a20-8fb9-c8286a78846e" providerId="ADAL" clId="{867720C1-1494-4239-865F-E5926CBC44F0}" dt="2025-06-06T06:53:33.765" v="1662" actId="9405"/>
          <ac:inkMkLst>
            <pc:docMk/>
            <pc:sldMk cId="2455833372" sldId="286"/>
            <ac:inkMk id="19" creationId="{CAE4E3C9-7A64-70C3-DD3C-C98930462B02}"/>
          </ac:inkMkLst>
        </pc:inkChg>
      </pc:sldChg>
      <pc:sldChg chg="add modTransition">
        <pc:chgData name="Pittet Loïc" userId="b1eea02a-7462-4a20-8fb9-c8286a78846e" providerId="ADAL" clId="{867720C1-1494-4239-865F-E5926CBC44F0}" dt="2025-06-11T06:52:59.197" v="2375"/>
        <pc:sldMkLst>
          <pc:docMk/>
          <pc:sldMk cId="1634576898" sldId="287"/>
        </pc:sldMkLst>
      </pc:sldChg>
      <pc:sldChg chg="addSp delSp modSp add mod modTransition">
        <pc:chgData name="Pittet Loïc" userId="b1eea02a-7462-4a20-8fb9-c8286a78846e" providerId="ADAL" clId="{867720C1-1494-4239-865F-E5926CBC44F0}" dt="2025-06-11T06:53:06.820" v="2376"/>
        <pc:sldMkLst>
          <pc:docMk/>
          <pc:sldMk cId="3028850028" sldId="288"/>
        </pc:sldMkLst>
        <pc:picChg chg="add mod">
          <ac:chgData name="Pittet Loïc" userId="b1eea02a-7462-4a20-8fb9-c8286a78846e" providerId="ADAL" clId="{867720C1-1494-4239-865F-E5926CBC44F0}" dt="2025-06-06T07:15:32.379" v="1709" actId="1076"/>
          <ac:picMkLst>
            <pc:docMk/>
            <pc:sldMk cId="3028850028" sldId="288"/>
            <ac:picMk id="9" creationId="{A330801D-BF6E-9AFA-9816-D00399FC05B0}"/>
          </ac:picMkLst>
        </pc:picChg>
        <pc:picChg chg="add mod">
          <ac:chgData name="Pittet Loïc" userId="b1eea02a-7462-4a20-8fb9-c8286a78846e" providerId="ADAL" clId="{867720C1-1494-4239-865F-E5926CBC44F0}" dt="2025-06-06T07:15:32.379" v="1709" actId="1076"/>
          <ac:picMkLst>
            <pc:docMk/>
            <pc:sldMk cId="3028850028" sldId="288"/>
            <ac:picMk id="10" creationId="{FC93EB24-DB9A-D3DB-346C-81198F9BFE67}"/>
          </ac:picMkLst>
        </pc:picChg>
        <pc:picChg chg="add mod">
          <ac:chgData name="Pittet Loïc" userId="b1eea02a-7462-4a20-8fb9-c8286a78846e" providerId="ADAL" clId="{867720C1-1494-4239-865F-E5926CBC44F0}" dt="2025-06-06T07:15:32.379" v="1709" actId="1076"/>
          <ac:picMkLst>
            <pc:docMk/>
            <pc:sldMk cId="3028850028" sldId="288"/>
            <ac:picMk id="11" creationId="{787571B0-E7AC-0141-AB27-D1666E7DCB22}"/>
          </ac:picMkLst>
        </pc:picChg>
      </pc:sldChg>
      <pc:sldChg chg="addSp delSp modSp new mod modTransition setBg">
        <pc:chgData name="Pittet Loïc" userId="b1eea02a-7462-4a20-8fb9-c8286a78846e" providerId="ADAL" clId="{867720C1-1494-4239-865F-E5926CBC44F0}" dt="2025-06-11T07:18:18.314" v="2468" actId="20577"/>
        <pc:sldMkLst>
          <pc:docMk/>
          <pc:sldMk cId="3463101087" sldId="289"/>
        </pc:sldMkLst>
        <pc:spChg chg="mod">
          <ac:chgData name="Pittet Loïc" userId="b1eea02a-7462-4a20-8fb9-c8286a78846e" providerId="ADAL" clId="{867720C1-1494-4239-865F-E5926CBC44F0}" dt="2025-06-11T07:18:18.314" v="2468" actId="20577"/>
          <ac:spMkLst>
            <pc:docMk/>
            <pc:sldMk cId="3463101087" sldId="289"/>
            <ac:spMk id="2" creationId="{6375F24C-9B65-79AA-E3BB-0C74B656F483}"/>
          </ac:spMkLst>
        </pc:spChg>
        <pc:spChg chg="del">
          <ac:chgData name="Pittet Loïc" userId="b1eea02a-7462-4a20-8fb9-c8286a78846e" providerId="ADAL" clId="{867720C1-1494-4239-865F-E5926CBC44F0}" dt="2025-06-11T06:20:13.928" v="2320"/>
          <ac:spMkLst>
            <pc:docMk/>
            <pc:sldMk cId="3463101087" sldId="289"/>
            <ac:spMk id="3" creationId="{BEF2EC62-380F-FC3D-DD89-F2B82B52944C}"/>
          </ac:spMkLst>
        </pc:spChg>
        <pc:spChg chg="mod">
          <ac:chgData name="Pittet Loïc" userId="b1eea02a-7462-4a20-8fb9-c8286a78846e" providerId="ADAL" clId="{867720C1-1494-4239-865F-E5926CBC44F0}" dt="2025-06-11T06:20:24.798" v="2324" actId="26606"/>
          <ac:spMkLst>
            <pc:docMk/>
            <pc:sldMk cId="3463101087" sldId="289"/>
            <ac:spMk id="4" creationId="{4F026D4E-12FE-6A30-9639-A8B52AC1F9F1}"/>
          </ac:spMkLst>
        </pc:spChg>
        <pc:spChg chg="add del">
          <ac:chgData name="Pittet Loïc" userId="b1eea02a-7462-4a20-8fb9-c8286a78846e" providerId="ADAL" clId="{867720C1-1494-4239-865F-E5926CBC44F0}" dt="2025-06-11T06:20:24.790" v="2323" actId="26606"/>
          <ac:spMkLst>
            <pc:docMk/>
            <pc:sldMk cId="3463101087" sldId="289"/>
            <ac:spMk id="10" creationId="{027CF013-049D-07E0-0C0B-07C365741426}"/>
          </ac:spMkLst>
        </pc:spChg>
        <pc:spChg chg="add del">
          <ac:chgData name="Pittet Loïc" userId="b1eea02a-7462-4a20-8fb9-c8286a78846e" providerId="ADAL" clId="{867720C1-1494-4239-865F-E5926CBC44F0}" dt="2025-06-11T06:20:24.790" v="2323" actId="26606"/>
          <ac:spMkLst>
            <pc:docMk/>
            <pc:sldMk cId="3463101087" sldId="289"/>
            <ac:spMk id="13" creationId="{7B831B6F-405A-4B47-B9BB-5CA88F285844}"/>
          </ac:spMkLst>
        </pc:spChg>
        <pc:spChg chg="add del">
          <ac:chgData name="Pittet Loïc" userId="b1eea02a-7462-4a20-8fb9-c8286a78846e" providerId="ADAL" clId="{867720C1-1494-4239-865F-E5926CBC44F0}" dt="2025-06-11T06:20:24.790" v="2323" actId="26606"/>
          <ac:spMkLst>
            <pc:docMk/>
            <pc:sldMk cId="3463101087" sldId="289"/>
            <ac:spMk id="15" creationId="{953EE71A-6488-4203-A7C4-77102FD0DCCA}"/>
          </ac:spMkLst>
        </pc:spChg>
        <pc:spChg chg="add del">
          <ac:chgData name="Pittet Loïc" userId="b1eea02a-7462-4a20-8fb9-c8286a78846e" providerId="ADAL" clId="{867720C1-1494-4239-865F-E5926CBC44F0}" dt="2025-06-11T06:25:02.430" v="2342" actId="26606"/>
          <ac:spMkLst>
            <pc:docMk/>
            <pc:sldMk cId="3463101087" sldId="289"/>
            <ac:spMk id="17" creationId="{743AA782-23D1-4521-8CAD-47662984AA08}"/>
          </ac:spMkLst>
        </pc:spChg>
        <pc:spChg chg="add del">
          <ac:chgData name="Pittet Loïc" userId="b1eea02a-7462-4a20-8fb9-c8286a78846e" providerId="ADAL" clId="{867720C1-1494-4239-865F-E5926CBC44F0}" dt="2025-06-11T06:25:02.430" v="2342" actId="26606"/>
          <ac:spMkLst>
            <pc:docMk/>
            <pc:sldMk cId="3463101087" sldId="289"/>
            <ac:spMk id="18" creationId="{71877DBC-BB60-40F0-AC93-2ACDBAAE60CE}"/>
          </ac:spMkLst>
        </pc:spChg>
        <pc:spChg chg="add mod">
          <ac:chgData name="Pittet Loïc" userId="b1eea02a-7462-4a20-8fb9-c8286a78846e" providerId="ADAL" clId="{867720C1-1494-4239-865F-E5926CBC44F0}" dt="2025-06-11T06:42:05.798" v="2368" actId="403"/>
          <ac:spMkLst>
            <pc:docMk/>
            <pc:sldMk cId="3463101087" sldId="289"/>
            <ac:spMk id="19" creationId="{40735C72-346D-396C-3A6B-7209C153B217}"/>
          </ac:spMkLst>
        </pc:spChg>
        <pc:spChg chg="add del">
          <ac:chgData name="Pittet Loïc" userId="b1eea02a-7462-4a20-8fb9-c8286a78846e" providerId="ADAL" clId="{867720C1-1494-4239-865F-E5926CBC44F0}" dt="2025-06-11T06:41:57.559" v="2364" actId="26606"/>
          <ac:spMkLst>
            <pc:docMk/>
            <pc:sldMk cId="3463101087" sldId="289"/>
            <ac:spMk id="24" creationId="{B6FACB3C-9069-4791-BC5C-0DB7CD19B853}"/>
          </ac:spMkLst>
        </pc:spChg>
        <pc:spChg chg="add del">
          <ac:chgData name="Pittet Loïc" userId="b1eea02a-7462-4a20-8fb9-c8286a78846e" providerId="ADAL" clId="{867720C1-1494-4239-865F-E5926CBC44F0}" dt="2025-06-11T06:41:57.559" v="2364" actId="26606"/>
          <ac:spMkLst>
            <pc:docMk/>
            <pc:sldMk cId="3463101087" sldId="289"/>
            <ac:spMk id="26" creationId="{71F2038E-D777-4B76-81DD-DD13EE91B9DD}"/>
          </ac:spMkLst>
        </pc:spChg>
        <pc:spChg chg="add">
          <ac:chgData name="Pittet Loïc" userId="b1eea02a-7462-4a20-8fb9-c8286a78846e" providerId="ADAL" clId="{867720C1-1494-4239-865F-E5926CBC44F0}" dt="2025-06-11T06:41:57.559" v="2364" actId="26606"/>
          <ac:spMkLst>
            <pc:docMk/>
            <pc:sldMk cId="3463101087" sldId="289"/>
            <ac:spMk id="37" creationId="{743AA782-23D1-4521-8CAD-47662984AA08}"/>
          </ac:spMkLst>
        </pc:spChg>
        <pc:spChg chg="add">
          <ac:chgData name="Pittet Loïc" userId="b1eea02a-7462-4a20-8fb9-c8286a78846e" providerId="ADAL" clId="{867720C1-1494-4239-865F-E5926CBC44F0}" dt="2025-06-11T06:41:57.559" v="2364" actId="26606"/>
          <ac:spMkLst>
            <pc:docMk/>
            <pc:sldMk cId="3463101087" sldId="289"/>
            <ac:spMk id="39" creationId="{71877DBC-BB60-40F0-AC93-2ACDBAAE60CE}"/>
          </ac:spMkLst>
        </pc:spChg>
        <pc:grpChg chg="add del">
          <ac:chgData name="Pittet Loïc" userId="b1eea02a-7462-4a20-8fb9-c8286a78846e" providerId="ADAL" clId="{867720C1-1494-4239-865F-E5926CBC44F0}" dt="2025-06-11T06:41:57.559" v="2364" actId="26606"/>
          <ac:grpSpMkLst>
            <pc:docMk/>
            <pc:sldMk cId="3463101087" sldId="289"/>
            <ac:grpSpMk id="28" creationId="{DD354807-230F-4402-B1B9-F733A8F1F190}"/>
          </ac:grpSpMkLst>
        </pc:grpChg>
        <pc:picChg chg="add mod">
          <ac:chgData name="Pittet Loïc" userId="b1eea02a-7462-4a20-8fb9-c8286a78846e" providerId="ADAL" clId="{867720C1-1494-4239-865F-E5926CBC44F0}" dt="2025-06-11T06:41:57.559" v="2364" actId="26606"/>
          <ac:picMkLst>
            <pc:docMk/>
            <pc:sldMk cId="3463101087" sldId="289"/>
            <ac:picMk id="6" creationId="{6C79E238-89E2-DDEF-493B-5A96B4EE97D8}"/>
          </ac:picMkLst>
        </pc:picChg>
      </pc:sldChg>
      <pc:sldChg chg="delSp modSp add mod">
        <pc:chgData name="Pittet Loïc" userId="b1eea02a-7462-4a20-8fb9-c8286a78846e" providerId="ADAL" clId="{867720C1-1494-4239-865F-E5926CBC44F0}" dt="2025-06-11T07:13:40.015" v="2413" actId="1076"/>
        <pc:sldMkLst>
          <pc:docMk/>
          <pc:sldMk cId="809431089" sldId="290"/>
        </pc:sldMkLst>
        <pc:spChg chg="mod">
          <ac:chgData name="Pittet Loïc" userId="b1eea02a-7462-4a20-8fb9-c8286a78846e" providerId="ADAL" clId="{867720C1-1494-4239-865F-E5926CBC44F0}" dt="2025-06-11T07:13:25.108" v="2407" actId="27636"/>
          <ac:spMkLst>
            <pc:docMk/>
            <pc:sldMk cId="809431089" sldId="290"/>
            <ac:spMk id="3" creationId="{4644E8AE-3B25-226C-C278-F55F592D3243}"/>
          </ac:spMkLst>
        </pc:spChg>
        <pc:grpChg chg="mod">
          <ac:chgData name="Pittet Loïc" userId="b1eea02a-7462-4a20-8fb9-c8286a78846e" providerId="ADAL" clId="{867720C1-1494-4239-865F-E5926CBC44F0}" dt="2025-06-11T07:13:40.015" v="2413" actId="1076"/>
          <ac:grpSpMkLst>
            <pc:docMk/>
            <pc:sldMk cId="809431089" sldId="290"/>
            <ac:grpSpMk id="12" creationId="{36604FC9-FDE9-DF8F-8446-D21A2B1D1BD8}"/>
          </ac:grpSpMkLst>
        </pc:grpChg>
        <pc:picChg chg="del">
          <ac:chgData name="Pittet Loïc" userId="b1eea02a-7462-4a20-8fb9-c8286a78846e" providerId="ADAL" clId="{867720C1-1494-4239-865F-E5926CBC44F0}" dt="2025-06-11T07:13:31.303" v="2409" actId="478"/>
          <ac:picMkLst>
            <pc:docMk/>
            <pc:sldMk cId="809431089" sldId="290"/>
            <ac:picMk id="10" creationId="{DEF85D24-3F78-DFE9-F9D8-1B8064CCE899}"/>
          </ac:picMkLst>
        </pc:picChg>
        <pc:picChg chg="del">
          <ac:chgData name="Pittet Loïc" userId="b1eea02a-7462-4a20-8fb9-c8286a78846e" providerId="ADAL" clId="{867720C1-1494-4239-865F-E5926CBC44F0}" dt="2025-06-11T07:13:29.751" v="2408" actId="478"/>
          <ac:picMkLst>
            <pc:docMk/>
            <pc:sldMk cId="809431089" sldId="290"/>
            <ac:picMk id="11" creationId="{E221AF40-1930-4371-C3C2-A1AB3D1F2CD4}"/>
          </ac:picMkLst>
        </pc:picChg>
      </pc:sldChg>
      <pc:sldChg chg="add">
        <pc:chgData name="Pittet Loïc" userId="b1eea02a-7462-4a20-8fb9-c8286a78846e" providerId="ADAL" clId="{867720C1-1494-4239-865F-E5926CBC44F0}" dt="2025-06-11T07:13:09.354" v="2404"/>
        <pc:sldMkLst>
          <pc:docMk/>
          <pc:sldMk cId="2775487733" sldId="291"/>
        </pc:sldMkLst>
      </pc:sldChg>
      <pc:sldChg chg="delSp modSp add mod">
        <pc:chgData name="Pittet Loïc" userId="b1eea02a-7462-4a20-8fb9-c8286a78846e" providerId="ADAL" clId="{867720C1-1494-4239-865F-E5926CBC44F0}" dt="2025-06-11T07:14:19.605" v="2419" actId="1076"/>
        <pc:sldMkLst>
          <pc:docMk/>
          <pc:sldMk cId="1911570735" sldId="292"/>
        </pc:sldMkLst>
        <pc:spChg chg="mod">
          <ac:chgData name="Pittet Loïc" userId="b1eea02a-7462-4a20-8fb9-c8286a78846e" providerId="ADAL" clId="{867720C1-1494-4239-865F-E5926CBC44F0}" dt="2025-06-11T07:14:13.196" v="2415" actId="27636"/>
          <ac:spMkLst>
            <pc:docMk/>
            <pc:sldMk cId="1911570735" sldId="292"/>
            <ac:spMk id="3" creationId="{ED429497-762D-EBE3-FF01-864ACAB1ABC9}"/>
          </ac:spMkLst>
        </pc:spChg>
        <pc:grpChg chg="del">
          <ac:chgData name="Pittet Loïc" userId="b1eea02a-7462-4a20-8fb9-c8286a78846e" providerId="ADAL" clId="{867720C1-1494-4239-865F-E5926CBC44F0}" dt="2025-06-11T07:14:14.871" v="2416" actId="478"/>
          <ac:grpSpMkLst>
            <pc:docMk/>
            <pc:sldMk cId="1911570735" sldId="292"/>
            <ac:grpSpMk id="12" creationId="{35E4314A-39C1-509C-5D0E-91C241E1CD0D}"/>
          </ac:grpSpMkLst>
        </pc:grpChg>
        <pc:picChg chg="mod">
          <ac:chgData name="Pittet Loïc" userId="b1eea02a-7462-4a20-8fb9-c8286a78846e" providerId="ADAL" clId="{867720C1-1494-4239-865F-E5926CBC44F0}" dt="2025-06-11T07:14:19.605" v="2419" actId="1076"/>
          <ac:picMkLst>
            <pc:docMk/>
            <pc:sldMk cId="1911570735" sldId="292"/>
            <ac:picMk id="10" creationId="{385EF088-D113-1502-7757-75152CEBF6AD}"/>
          </ac:picMkLst>
        </pc:picChg>
        <pc:picChg chg="del">
          <ac:chgData name="Pittet Loïc" userId="b1eea02a-7462-4a20-8fb9-c8286a78846e" providerId="ADAL" clId="{867720C1-1494-4239-865F-E5926CBC44F0}" dt="2025-06-11T07:14:15.431" v="2417" actId="478"/>
          <ac:picMkLst>
            <pc:docMk/>
            <pc:sldMk cId="1911570735" sldId="292"/>
            <ac:picMk id="11" creationId="{3628F761-E82C-24E9-603E-493A6135CF8A}"/>
          </ac:picMkLst>
        </pc:picChg>
      </pc:sldChg>
      <pc:sldChg chg="add">
        <pc:chgData name="Pittet Loïc" userId="b1eea02a-7462-4a20-8fb9-c8286a78846e" providerId="ADAL" clId="{867720C1-1494-4239-865F-E5926CBC44F0}" dt="2025-06-11T07:14:26.860" v="2420"/>
        <pc:sldMkLst>
          <pc:docMk/>
          <pc:sldMk cId="3905373235" sldId="293"/>
        </pc:sldMkLst>
      </pc:sldChg>
      <pc:sldChg chg="delSp modSp add mod">
        <pc:chgData name="Pittet Loïc" userId="b1eea02a-7462-4a20-8fb9-c8286a78846e" providerId="ADAL" clId="{867720C1-1494-4239-865F-E5926CBC44F0}" dt="2025-06-11T07:14:42.422" v="2430" actId="1076"/>
        <pc:sldMkLst>
          <pc:docMk/>
          <pc:sldMk cId="2576267384" sldId="294"/>
        </pc:sldMkLst>
        <pc:spChg chg="mod">
          <ac:chgData name="Pittet Loïc" userId="b1eea02a-7462-4a20-8fb9-c8286a78846e" providerId="ADAL" clId="{867720C1-1494-4239-865F-E5926CBC44F0}" dt="2025-06-11T07:14:35.634" v="2424" actId="27636"/>
          <ac:spMkLst>
            <pc:docMk/>
            <pc:sldMk cId="2576267384" sldId="294"/>
            <ac:spMk id="3" creationId="{0E450B89-4B97-B63D-8C40-6635EC0C310C}"/>
          </ac:spMkLst>
        </pc:spChg>
        <pc:grpChg chg="del">
          <ac:chgData name="Pittet Loïc" userId="b1eea02a-7462-4a20-8fb9-c8286a78846e" providerId="ADAL" clId="{867720C1-1494-4239-865F-E5926CBC44F0}" dt="2025-06-11T07:14:36.856" v="2426" actId="478"/>
          <ac:grpSpMkLst>
            <pc:docMk/>
            <pc:sldMk cId="2576267384" sldId="294"/>
            <ac:grpSpMk id="12" creationId="{BF24F5DB-E103-0DE3-3E01-B1622CF8F8ED}"/>
          </ac:grpSpMkLst>
        </pc:grpChg>
        <pc:picChg chg="del">
          <ac:chgData name="Pittet Loïc" userId="b1eea02a-7462-4a20-8fb9-c8286a78846e" providerId="ADAL" clId="{867720C1-1494-4239-865F-E5926CBC44F0}" dt="2025-06-11T07:14:36.311" v="2425" actId="478"/>
          <ac:picMkLst>
            <pc:docMk/>
            <pc:sldMk cId="2576267384" sldId="294"/>
            <ac:picMk id="10" creationId="{0FBEFB13-6C66-0A2C-A79A-A5FBC0521160}"/>
          </ac:picMkLst>
        </pc:picChg>
        <pc:picChg chg="mod">
          <ac:chgData name="Pittet Loïc" userId="b1eea02a-7462-4a20-8fb9-c8286a78846e" providerId="ADAL" clId="{867720C1-1494-4239-865F-E5926CBC44F0}" dt="2025-06-11T07:14:42.422" v="2430" actId="1076"/>
          <ac:picMkLst>
            <pc:docMk/>
            <pc:sldMk cId="2576267384" sldId="294"/>
            <ac:picMk id="11" creationId="{2502DCA7-DE82-9986-7658-804CB197AB7D}"/>
          </ac:picMkLst>
        </pc:picChg>
      </pc:sldChg>
      <pc:sldChg chg="addSp modSp add mod">
        <pc:chgData name="Pittet Loïc" userId="b1eea02a-7462-4a20-8fb9-c8286a78846e" providerId="ADAL" clId="{867720C1-1494-4239-865F-E5926CBC44F0}" dt="2025-06-11T07:16:58.008" v="2442" actId="1076"/>
        <pc:sldMkLst>
          <pc:docMk/>
          <pc:sldMk cId="3208176125" sldId="295"/>
        </pc:sldMkLst>
        <pc:grpChg chg="mod">
          <ac:chgData name="Pittet Loïc" userId="b1eea02a-7462-4a20-8fb9-c8286a78846e" providerId="ADAL" clId="{867720C1-1494-4239-865F-E5926CBC44F0}" dt="2025-06-11T07:16:54.921" v="2441" actId="1076"/>
          <ac:grpSpMkLst>
            <pc:docMk/>
            <pc:sldMk cId="3208176125" sldId="295"/>
            <ac:grpSpMk id="12" creationId="{88F4A12D-DD57-408F-0BFA-70ACE94BC8C9}"/>
          </ac:grpSpMkLst>
        </pc:grpChg>
        <pc:picChg chg="add mod">
          <ac:chgData name="Pittet Loïc" userId="b1eea02a-7462-4a20-8fb9-c8286a78846e" providerId="ADAL" clId="{867720C1-1494-4239-865F-E5926CBC44F0}" dt="2025-06-11T07:16:58.008" v="2442" actId="1076"/>
          <ac:picMkLst>
            <pc:docMk/>
            <pc:sldMk cId="3208176125" sldId="295"/>
            <ac:picMk id="4" creationId="{5A163245-EAC5-79A9-BDC8-87E7DC60FF4A}"/>
          </ac:picMkLst>
        </pc:picChg>
        <pc:picChg chg="mod">
          <ac:chgData name="Pittet Loïc" userId="b1eea02a-7462-4a20-8fb9-c8286a78846e" providerId="ADAL" clId="{867720C1-1494-4239-865F-E5926CBC44F0}" dt="2025-06-11T07:16:53.687" v="2440" actId="1076"/>
          <ac:picMkLst>
            <pc:docMk/>
            <pc:sldMk cId="3208176125" sldId="295"/>
            <ac:picMk id="10" creationId="{A8CA3502-72A5-A647-6105-DB2A8FAD8F3E}"/>
          </ac:picMkLst>
        </pc:picChg>
        <pc:picChg chg="mod">
          <ac:chgData name="Pittet Loïc" userId="b1eea02a-7462-4a20-8fb9-c8286a78846e" providerId="ADAL" clId="{867720C1-1494-4239-865F-E5926CBC44F0}" dt="2025-06-11T07:16:46.919" v="2437" actId="1076"/>
          <ac:picMkLst>
            <pc:docMk/>
            <pc:sldMk cId="3208176125" sldId="295"/>
            <ac:picMk id="11" creationId="{B0BB5868-BF14-5B05-CDBB-04543A5C6BB4}"/>
          </ac:picMkLst>
        </pc:picChg>
      </pc:sldChg>
      <pc:sldChg chg="addSp delSp modSp add mod">
        <pc:chgData name="Pittet Loïc" userId="b1eea02a-7462-4a20-8fb9-c8286a78846e" providerId="ADAL" clId="{867720C1-1494-4239-865F-E5926CBC44F0}" dt="2025-06-11T07:17:19.921" v="2450" actId="1076"/>
        <pc:sldMkLst>
          <pc:docMk/>
          <pc:sldMk cId="2864145286" sldId="296"/>
        </pc:sldMkLst>
        <pc:picChg chg="add mod">
          <ac:chgData name="Pittet Loïc" userId="b1eea02a-7462-4a20-8fb9-c8286a78846e" providerId="ADAL" clId="{867720C1-1494-4239-865F-E5926CBC44F0}" dt="2025-06-11T07:17:19.921" v="2450" actId="1076"/>
          <ac:picMkLst>
            <pc:docMk/>
            <pc:sldMk cId="2864145286" sldId="296"/>
            <ac:picMk id="4" creationId="{081612D3-F2DC-20FF-E43B-1DEE1AA1377F}"/>
          </ac:picMkLst>
        </pc:picChg>
        <pc:picChg chg="del">
          <ac:chgData name="Pittet Loïc" userId="b1eea02a-7462-4a20-8fb9-c8286a78846e" providerId="ADAL" clId="{867720C1-1494-4239-865F-E5926CBC44F0}" dt="2025-06-11T07:17:09.785" v="2445" actId="478"/>
          <ac:picMkLst>
            <pc:docMk/>
            <pc:sldMk cId="2864145286" sldId="296"/>
            <ac:picMk id="11" creationId="{E489718D-6A97-779D-A46A-ED94E94BCAC9}"/>
          </ac:picMkLst>
        </pc:picChg>
      </pc:sldChg>
      <pc:sldChg chg="addSp delSp modSp add mod setBg delDesignElem">
        <pc:chgData name="Pittet Loïc" userId="b1eea02a-7462-4a20-8fb9-c8286a78846e" providerId="ADAL" clId="{867720C1-1494-4239-865F-E5926CBC44F0}" dt="2025-06-12T07:04:44.101" v="3258" actId="26606"/>
        <pc:sldMkLst>
          <pc:docMk/>
          <pc:sldMk cId="3824704541" sldId="297"/>
        </pc:sldMkLst>
        <pc:spChg chg="mod">
          <ac:chgData name="Pittet Loïc" userId="b1eea02a-7462-4a20-8fb9-c8286a78846e" providerId="ADAL" clId="{867720C1-1494-4239-865F-E5926CBC44F0}" dt="2025-06-12T07:04:44.101" v="3258" actId="26606"/>
          <ac:spMkLst>
            <pc:docMk/>
            <pc:sldMk cId="3824704541" sldId="297"/>
            <ac:spMk id="2" creationId="{83C45760-4AE9-829B-03CA-4E442A93937A}"/>
          </ac:spMkLst>
        </pc:spChg>
        <pc:spChg chg="add mod">
          <ac:chgData name="Pittet Loïc" userId="b1eea02a-7462-4a20-8fb9-c8286a78846e" providerId="ADAL" clId="{867720C1-1494-4239-865F-E5926CBC44F0}" dt="2025-06-12T07:04:44.101" v="3258" actId="26606"/>
          <ac:spMkLst>
            <pc:docMk/>
            <pc:sldMk cId="3824704541" sldId="297"/>
            <ac:spMk id="4" creationId="{62BE555B-5EBB-E985-72A4-6C8B0F2F0B91}"/>
          </ac:spMkLst>
        </pc:spChg>
        <pc:spChg chg="del">
          <ac:chgData name="Pittet Loïc" userId="b1eea02a-7462-4a20-8fb9-c8286a78846e" providerId="ADAL" clId="{867720C1-1494-4239-865F-E5926CBC44F0}" dt="2025-06-12T07:03:46.583" v="3246"/>
          <ac:spMkLst>
            <pc:docMk/>
            <pc:sldMk cId="3824704541" sldId="297"/>
            <ac:spMk id="11" creationId="{1CD26690-647A-A8DC-5B28-15B23EB38909}"/>
          </ac:spMkLst>
        </pc:spChg>
        <pc:spChg chg="add">
          <ac:chgData name="Pittet Loïc" userId="b1eea02a-7462-4a20-8fb9-c8286a78846e" providerId="ADAL" clId="{867720C1-1494-4239-865F-E5926CBC44F0}" dt="2025-06-12T07:04:44.101" v="3258" actId="26606"/>
          <ac:spMkLst>
            <pc:docMk/>
            <pc:sldMk cId="3824704541" sldId="297"/>
            <ac:spMk id="12" creationId="{2B97F24A-32CE-4C1C-A50D-3016B394DCFB}"/>
          </ac:spMkLst>
        </pc:spChg>
        <pc:spChg chg="del">
          <ac:chgData name="Pittet Loïc" userId="b1eea02a-7462-4a20-8fb9-c8286a78846e" providerId="ADAL" clId="{867720C1-1494-4239-865F-E5926CBC44F0}" dt="2025-06-12T07:03:46.583" v="3246"/>
          <ac:spMkLst>
            <pc:docMk/>
            <pc:sldMk cId="3824704541" sldId="297"/>
            <ac:spMk id="13" creationId="{78152EB7-6E4F-675B-64D6-02FD4F693E2B}"/>
          </ac:spMkLst>
        </pc:spChg>
        <pc:spChg chg="add">
          <ac:chgData name="Pittet Loïc" userId="b1eea02a-7462-4a20-8fb9-c8286a78846e" providerId="ADAL" clId="{867720C1-1494-4239-865F-E5926CBC44F0}" dt="2025-06-12T07:04:44.101" v="3258" actId="26606"/>
          <ac:spMkLst>
            <pc:docMk/>
            <pc:sldMk cId="3824704541" sldId="297"/>
            <ac:spMk id="14" creationId="{6357EC4F-235E-4222-A36F-C7878ACE37F2}"/>
          </ac:spMkLst>
        </pc:spChg>
        <pc:picChg chg="del">
          <ac:chgData name="Pittet Loïc" userId="b1eea02a-7462-4a20-8fb9-c8286a78846e" providerId="ADAL" clId="{867720C1-1494-4239-865F-E5926CBC44F0}" dt="2025-06-12T07:04:28.454" v="3256" actId="478"/>
          <ac:picMkLst>
            <pc:docMk/>
            <pc:sldMk cId="3824704541" sldId="297"/>
            <ac:picMk id="5" creationId="{353A79FA-DA90-F61E-5327-42395DE025E0}"/>
          </ac:picMkLst>
        </pc:picChg>
        <pc:picChg chg="del">
          <ac:chgData name="Pittet Loïc" userId="b1eea02a-7462-4a20-8fb9-c8286a78846e" providerId="ADAL" clId="{867720C1-1494-4239-865F-E5926CBC44F0}" dt="2025-06-12T07:04:27.929" v="3255" actId="478"/>
          <ac:picMkLst>
            <pc:docMk/>
            <pc:sldMk cId="3824704541" sldId="297"/>
            <ac:picMk id="6" creationId="{AD106690-DE1B-77EB-B48C-E9405EA42542}"/>
          </ac:picMkLst>
        </pc:picChg>
        <pc:picChg chg="add mod">
          <ac:chgData name="Pittet Loïc" userId="b1eea02a-7462-4a20-8fb9-c8286a78846e" providerId="ADAL" clId="{867720C1-1494-4239-865F-E5926CBC44F0}" dt="2025-06-12T07:04:44.101" v="3258" actId="26606"/>
          <ac:picMkLst>
            <pc:docMk/>
            <pc:sldMk cId="3824704541" sldId="297"/>
            <ac:picMk id="7" creationId="{B076CBC6-21EF-B405-76EC-5353E7EED535}"/>
          </ac:picMkLst>
        </pc:picChg>
      </pc:sldChg>
    </pc:docChg>
  </pc:docChgLst>
  <pc:docChgLst>
    <pc:chgData name="Keller Damien Syméon" userId="S::kellerd@studentfr.ch::5e8ac167-4202-4c4a-9741-7bada0cc181f" providerId="AD" clId="Web-{1BA28ECF-D282-9299-F55B-D3A712012985}"/>
    <pc:docChg chg="modSld">
      <pc:chgData name="Keller Damien Syméon" userId="S::kellerd@studentfr.ch::5e8ac167-4202-4c4a-9741-7bada0cc181f" providerId="AD" clId="Web-{1BA28ECF-D282-9299-F55B-D3A712012985}" dt="2020-04-23T12:25:05.970" v="5" actId="20577"/>
      <pc:docMkLst>
        <pc:docMk/>
      </pc:docMkLst>
      <pc:sldChg chg="modSp">
        <pc:chgData name="Keller Damien Syméon" userId="S::kellerd@studentfr.ch::5e8ac167-4202-4c4a-9741-7bada0cc181f" providerId="AD" clId="Web-{1BA28ECF-D282-9299-F55B-D3A712012985}" dt="2020-04-23T12:22:33.719" v="0" actId="14100"/>
        <pc:sldMkLst>
          <pc:docMk/>
          <pc:sldMk cId="1630019254" sldId="258"/>
        </pc:sldMkLst>
      </pc:sldChg>
      <pc:sldChg chg="modSp">
        <pc:chgData name="Keller Damien Syméon" userId="S::kellerd@studentfr.ch::5e8ac167-4202-4c4a-9741-7bada0cc181f" providerId="AD" clId="Web-{1BA28ECF-D282-9299-F55B-D3A712012985}" dt="2020-04-23T12:25:04.423" v="3" actId="20577"/>
        <pc:sldMkLst>
          <pc:docMk/>
          <pc:sldMk cId="470656552" sldId="25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7A1D8C-9C1D-4291-92E7-A7E8FF2A5BD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3EDE06F-3745-42B8-8846-BBD50B389EBD}">
      <dgm:prSet/>
      <dgm:spPr/>
      <dgm:t>
        <a:bodyPr/>
        <a:lstStyle/>
        <a:p>
          <a:r>
            <a:rPr lang="en-US"/>
            <a:t>Réalisation d’une carte électronique didactique.</a:t>
          </a:r>
        </a:p>
      </dgm:t>
    </dgm:pt>
    <dgm:pt modelId="{5547A6E9-B838-47E2-9303-D636E87B4657}" type="parTrans" cxnId="{E98CF142-8D1F-4BDD-AC25-67FA37C5FCC6}">
      <dgm:prSet/>
      <dgm:spPr/>
      <dgm:t>
        <a:bodyPr/>
        <a:lstStyle/>
        <a:p>
          <a:endParaRPr lang="en-US"/>
        </a:p>
      </dgm:t>
    </dgm:pt>
    <dgm:pt modelId="{D604597C-D643-4B93-B429-C6FD6B538970}" type="sibTrans" cxnId="{E98CF142-8D1F-4BDD-AC25-67FA37C5FCC6}">
      <dgm:prSet/>
      <dgm:spPr/>
      <dgm:t>
        <a:bodyPr/>
        <a:lstStyle/>
        <a:p>
          <a:endParaRPr lang="en-US"/>
        </a:p>
      </dgm:t>
    </dgm:pt>
    <dgm:pt modelId="{04474513-A955-4955-BC9F-CAFCFF4A0691}">
      <dgm:prSet/>
      <dgm:spPr/>
      <dgm:t>
        <a:bodyPr/>
        <a:lstStyle/>
        <a:p>
          <a:r>
            <a:rPr lang="en-US" dirty="0" err="1"/>
            <a:t>Intégrer</a:t>
          </a:r>
          <a:r>
            <a:rPr lang="en-US" dirty="0"/>
            <a:t> un </a:t>
          </a:r>
          <a:r>
            <a:rPr lang="en-US" dirty="0" err="1"/>
            <a:t>capteur</a:t>
          </a:r>
          <a:r>
            <a:rPr lang="en-US" dirty="0"/>
            <a:t> </a:t>
          </a:r>
          <a:r>
            <a:rPr lang="en-US" dirty="0" err="1"/>
            <a:t>analogique</a:t>
          </a:r>
          <a:r>
            <a:rPr lang="en-US" dirty="0"/>
            <a:t>.</a:t>
          </a:r>
        </a:p>
      </dgm:t>
    </dgm:pt>
    <dgm:pt modelId="{C4C9355F-66C3-4C43-9814-F2CDC4F98319}" type="parTrans" cxnId="{5A46CF55-80B8-4BBB-8FBE-A44CAFEFF7BA}">
      <dgm:prSet/>
      <dgm:spPr/>
      <dgm:t>
        <a:bodyPr/>
        <a:lstStyle/>
        <a:p>
          <a:endParaRPr lang="en-US"/>
        </a:p>
      </dgm:t>
    </dgm:pt>
    <dgm:pt modelId="{B0C24EF3-2AF0-404D-A240-AA3110476C3B}" type="sibTrans" cxnId="{5A46CF55-80B8-4BBB-8FBE-A44CAFEFF7BA}">
      <dgm:prSet/>
      <dgm:spPr/>
      <dgm:t>
        <a:bodyPr/>
        <a:lstStyle/>
        <a:p>
          <a:endParaRPr lang="en-US"/>
        </a:p>
      </dgm:t>
    </dgm:pt>
    <dgm:pt modelId="{1226D5BB-C023-4C9E-B080-7EF29326D40F}">
      <dgm:prSet/>
      <dgm:spPr/>
      <dgm:t>
        <a:bodyPr/>
        <a:lstStyle/>
        <a:p>
          <a:r>
            <a:rPr lang="en-US"/>
            <a:t>Simuler un concept de la vie de tous les jours.</a:t>
          </a:r>
        </a:p>
      </dgm:t>
    </dgm:pt>
    <dgm:pt modelId="{298482CA-C204-4226-9515-88E0FB805CC4}" type="parTrans" cxnId="{CFCFA767-4C1E-4468-8920-B58247A43967}">
      <dgm:prSet/>
      <dgm:spPr/>
      <dgm:t>
        <a:bodyPr/>
        <a:lstStyle/>
        <a:p>
          <a:endParaRPr lang="en-US"/>
        </a:p>
      </dgm:t>
    </dgm:pt>
    <dgm:pt modelId="{26A994EF-90BC-426F-BE80-97219AFDECAE}" type="sibTrans" cxnId="{CFCFA767-4C1E-4468-8920-B58247A43967}">
      <dgm:prSet/>
      <dgm:spPr/>
      <dgm:t>
        <a:bodyPr/>
        <a:lstStyle/>
        <a:p>
          <a:endParaRPr lang="en-US"/>
        </a:p>
      </dgm:t>
    </dgm:pt>
    <dgm:pt modelId="{AD4A79F2-AF05-4724-90FE-5524A3BDC5B2}">
      <dgm:prSet/>
      <dgm:spPr/>
      <dgm:t>
        <a:bodyPr/>
        <a:lstStyle/>
        <a:p>
          <a:r>
            <a:rPr lang="en-US"/>
            <a:t>Générer du bruit manuellement.</a:t>
          </a:r>
        </a:p>
      </dgm:t>
    </dgm:pt>
    <dgm:pt modelId="{422ADDF0-2881-42E0-8BB1-168843918834}" type="parTrans" cxnId="{2AB68D3F-9E86-42FF-BA1D-229B0E332B2B}">
      <dgm:prSet/>
      <dgm:spPr/>
      <dgm:t>
        <a:bodyPr/>
        <a:lstStyle/>
        <a:p>
          <a:endParaRPr lang="en-US"/>
        </a:p>
      </dgm:t>
    </dgm:pt>
    <dgm:pt modelId="{85DCE6FD-8993-495A-B80A-B83EE384FED1}" type="sibTrans" cxnId="{2AB68D3F-9E86-42FF-BA1D-229B0E332B2B}">
      <dgm:prSet/>
      <dgm:spPr/>
      <dgm:t>
        <a:bodyPr/>
        <a:lstStyle/>
        <a:p>
          <a:endParaRPr lang="en-US"/>
        </a:p>
      </dgm:t>
    </dgm:pt>
    <dgm:pt modelId="{F6B68468-0B72-4268-95D9-C3A6E1935052}" type="pres">
      <dgm:prSet presAssocID="{B97A1D8C-9C1D-4291-92E7-A7E8FF2A5BD3}" presName="vert0" presStyleCnt="0">
        <dgm:presLayoutVars>
          <dgm:dir/>
          <dgm:animOne val="branch"/>
          <dgm:animLvl val="lvl"/>
        </dgm:presLayoutVars>
      </dgm:prSet>
      <dgm:spPr/>
    </dgm:pt>
    <dgm:pt modelId="{31DD1A75-E505-4A09-B95F-F17E94C42707}" type="pres">
      <dgm:prSet presAssocID="{F3EDE06F-3745-42B8-8846-BBD50B389EBD}" presName="thickLine" presStyleLbl="alignNode1" presStyleIdx="0" presStyleCnt="4"/>
      <dgm:spPr/>
    </dgm:pt>
    <dgm:pt modelId="{64BF6BF6-AAFA-465A-A0CF-3DFA85DF37A4}" type="pres">
      <dgm:prSet presAssocID="{F3EDE06F-3745-42B8-8846-BBD50B389EBD}" presName="horz1" presStyleCnt="0"/>
      <dgm:spPr/>
    </dgm:pt>
    <dgm:pt modelId="{183B5FC0-E180-4D96-AD58-81BB8DF5249E}" type="pres">
      <dgm:prSet presAssocID="{F3EDE06F-3745-42B8-8846-BBD50B389EBD}" presName="tx1" presStyleLbl="revTx" presStyleIdx="0" presStyleCnt="4"/>
      <dgm:spPr/>
    </dgm:pt>
    <dgm:pt modelId="{F5BF502B-BCB6-4CAB-BED3-0781050FD330}" type="pres">
      <dgm:prSet presAssocID="{F3EDE06F-3745-42B8-8846-BBD50B389EBD}" presName="vert1" presStyleCnt="0"/>
      <dgm:spPr/>
    </dgm:pt>
    <dgm:pt modelId="{627AA31C-CF21-4931-8C75-674327171600}" type="pres">
      <dgm:prSet presAssocID="{04474513-A955-4955-BC9F-CAFCFF4A0691}" presName="thickLine" presStyleLbl="alignNode1" presStyleIdx="1" presStyleCnt="4"/>
      <dgm:spPr/>
    </dgm:pt>
    <dgm:pt modelId="{4BCA4501-2413-4BFB-88E0-CD649D566ED7}" type="pres">
      <dgm:prSet presAssocID="{04474513-A955-4955-BC9F-CAFCFF4A0691}" presName="horz1" presStyleCnt="0"/>
      <dgm:spPr/>
    </dgm:pt>
    <dgm:pt modelId="{610070FA-8846-400B-991F-F20FD78C779E}" type="pres">
      <dgm:prSet presAssocID="{04474513-A955-4955-BC9F-CAFCFF4A0691}" presName="tx1" presStyleLbl="revTx" presStyleIdx="1" presStyleCnt="4"/>
      <dgm:spPr/>
    </dgm:pt>
    <dgm:pt modelId="{7ED89CEF-7E85-45C9-96BD-95A803050EE9}" type="pres">
      <dgm:prSet presAssocID="{04474513-A955-4955-BC9F-CAFCFF4A0691}" presName="vert1" presStyleCnt="0"/>
      <dgm:spPr/>
    </dgm:pt>
    <dgm:pt modelId="{E8836239-0562-47A5-A3D2-40130D13C7C3}" type="pres">
      <dgm:prSet presAssocID="{1226D5BB-C023-4C9E-B080-7EF29326D40F}" presName="thickLine" presStyleLbl="alignNode1" presStyleIdx="2" presStyleCnt="4"/>
      <dgm:spPr/>
    </dgm:pt>
    <dgm:pt modelId="{31418CEB-71BB-45F9-8320-3FDB872C27C4}" type="pres">
      <dgm:prSet presAssocID="{1226D5BB-C023-4C9E-B080-7EF29326D40F}" presName="horz1" presStyleCnt="0"/>
      <dgm:spPr/>
    </dgm:pt>
    <dgm:pt modelId="{185D0F86-542F-4E67-9EF1-EA21CA6A2C41}" type="pres">
      <dgm:prSet presAssocID="{1226D5BB-C023-4C9E-B080-7EF29326D40F}" presName="tx1" presStyleLbl="revTx" presStyleIdx="2" presStyleCnt="4"/>
      <dgm:spPr/>
    </dgm:pt>
    <dgm:pt modelId="{EE20EEAE-0156-420F-B90B-B9DF4E2F5C7B}" type="pres">
      <dgm:prSet presAssocID="{1226D5BB-C023-4C9E-B080-7EF29326D40F}" presName="vert1" presStyleCnt="0"/>
      <dgm:spPr/>
    </dgm:pt>
    <dgm:pt modelId="{855846CF-48AF-48A9-AFE2-AFE97166B022}" type="pres">
      <dgm:prSet presAssocID="{AD4A79F2-AF05-4724-90FE-5524A3BDC5B2}" presName="thickLine" presStyleLbl="alignNode1" presStyleIdx="3" presStyleCnt="4"/>
      <dgm:spPr/>
    </dgm:pt>
    <dgm:pt modelId="{97134F43-4F54-42BD-A73F-CD0DD3499784}" type="pres">
      <dgm:prSet presAssocID="{AD4A79F2-AF05-4724-90FE-5524A3BDC5B2}" presName="horz1" presStyleCnt="0"/>
      <dgm:spPr/>
    </dgm:pt>
    <dgm:pt modelId="{096F0FD5-DE28-4291-B748-E6D24C6912BA}" type="pres">
      <dgm:prSet presAssocID="{AD4A79F2-AF05-4724-90FE-5524A3BDC5B2}" presName="tx1" presStyleLbl="revTx" presStyleIdx="3" presStyleCnt="4"/>
      <dgm:spPr/>
    </dgm:pt>
    <dgm:pt modelId="{31EC455E-6271-4C5D-B2DB-6F91400BF811}" type="pres">
      <dgm:prSet presAssocID="{AD4A79F2-AF05-4724-90FE-5524A3BDC5B2}" presName="vert1" presStyleCnt="0"/>
      <dgm:spPr/>
    </dgm:pt>
  </dgm:ptLst>
  <dgm:cxnLst>
    <dgm:cxn modelId="{D15FB115-97E0-4175-9456-F4D2F45B0428}" type="presOf" srcId="{1226D5BB-C023-4C9E-B080-7EF29326D40F}" destId="{185D0F86-542F-4E67-9EF1-EA21CA6A2C41}" srcOrd="0" destOrd="0" presId="urn:microsoft.com/office/officeart/2008/layout/LinedList"/>
    <dgm:cxn modelId="{8AB2C216-7569-4A13-B9E7-908F5B9CB567}" type="presOf" srcId="{F3EDE06F-3745-42B8-8846-BBD50B389EBD}" destId="{183B5FC0-E180-4D96-AD58-81BB8DF5249E}" srcOrd="0" destOrd="0" presId="urn:microsoft.com/office/officeart/2008/layout/LinedList"/>
    <dgm:cxn modelId="{2AB68D3F-9E86-42FF-BA1D-229B0E332B2B}" srcId="{B97A1D8C-9C1D-4291-92E7-A7E8FF2A5BD3}" destId="{AD4A79F2-AF05-4724-90FE-5524A3BDC5B2}" srcOrd="3" destOrd="0" parTransId="{422ADDF0-2881-42E0-8BB1-168843918834}" sibTransId="{85DCE6FD-8993-495A-B80A-B83EE384FED1}"/>
    <dgm:cxn modelId="{E98CF142-8D1F-4BDD-AC25-67FA37C5FCC6}" srcId="{B97A1D8C-9C1D-4291-92E7-A7E8FF2A5BD3}" destId="{F3EDE06F-3745-42B8-8846-BBD50B389EBD}" srcOrd="0" destOrd="0" parTransId="{5547A6E9-B838-47E2-9303-D636E87B4657}" sibTransId="{D604597C-D643-4B93-B429-C6FD6B538970}"/>
    <dgm:cxn modelId="{F35F3563-5985-4CF7-9116-DBD410EDE3BF}" type="presOf" srcId="{AD4A79F2-AF05-4724-90FE-5524A3BDC5B2}" destId="{096F0FD5-DE28-4291-B748-E6D24C6912BA}" srcOrd="0" destOrd="0" presId="urn:microsoft.com/office/officeart/2008/layout/LinedList"/>
    <dgm:cxn modelId="{CFCFA767-4C1E-4468-8920-B58247A43967}" srcId="{B97A1D8C-9C1D-4291-92E7-A7E8FF2A5BD3}" destId="{1226D5BB-C023-4C9E-B080-7EF29326D40F}" srcOrd="2" destOrd="0" parTransId="{298482CA-C204-4226-9515-88E0FB805CC4}" sibTransId="{26A994EF-90BC-426F-BE80-97219AFDECAE}"/>
    <dgm:cxn modelId="{5A46CF55-80B8-4BBB-8FBE-A44CAFEFF7BA}" srcId="{B97A1D8C-9C1D-4291-92E7-A7E8FF2A5BD3}" destId="{04474513-A955-4955-BC9F-CAFCFF4A0691}" srcOrd="1" destOrd="0" parTransId="{C4C9355F-66C3-4C43-9814-F2CDC4F98319}" sibTransId="{B0C24EF3-2AF0-404D-A240-AA3110476C3B}"/>
    <dgm:cxn modelId="{F2ADCA89-AA09-4B08-82C9-AFD3A8B2D638}" type="presOf" srcId="{04474513-A955-4955-BC9F-CAFCFF4A0691}" destId="{610070FA-8846-400B-991F-F20FD78C779E}" srcOrd="0" destOrd="0" presId="urn:microsoft.com/office/officeart/2008/layout/LinedList"/>
    <dgm:cxn modelId="{0BCEADBB-BFCD-42CA-84C4-096919233C3E}" type="presOf" srcId="{B97A1D8C-9C1D-4291-92E7-A7E8FF2A5BD3}" destId="{F6B68468-0B72-4268-95D9-C3A6E1935052}" srcOrd="0" destOrd="0" presId="urn:microsoft.com/office/officeart/2008/layout/LinedList"/>
    <dgm:cxn modelId="{BD5E31F2-8B30-4CE9-9756-FBB192FAB990}" type="presParOf" srcId="{F6B68468-0B72-4268-95D9-C3A6E1935052}" destId="{31DD1A75-E505-4A09-B95F-F17E94C42707}" srcOrd="0" destOrd="0" presId="urn:microsoft.com/office/officeart/2008/layout/LinedList"/>
    <dgm:cxn modelId="{CB543130-5923-42BC-8B73-CAEA7C83D2E5}" type="presParOf" srcId="{F6B68468-0B72-4268-95D9-C3A6E1935052}" destId="{64BF6BF6-AAFA-465A-A0CF-3DFA85DF37A4}" srcOrd="1" destOrd="0" presId="urn:microsoft.com/office/officeart/2008/layout/LinedList"/>
    <dgm:cxn modelId="{5FEC0FFF-A9A5-4675-937C-2C1B4C96A075}" type="presParOf" srcId="{64BF6BF6-AAFA-465A-A0CF-3DFA85DF37A4}" destId="{183B5FC0-E180-4D96-AD58-81BB8DF5249E}" srcOrd="0" destOrd="0" presId="urn:microsoft.com/office/officeart/2008/layout/LinedList"/>
    <dgm:cxn modelId="{8DC5CAA6-9FF3-4733-839E-A3AA532DB13A}" type="presParOf" srcId="{64BF6BF6-AAFA-465A-A0CF-3DFA85DF37A4}" destId="{F5BF502B-BCB6-4CAB-BED3-0781050FD330}" srcOrd="1" destOrd="0" presId="urn:microsoft.com/office/officeart/2008/layout/LinedList"/>
    <dgm:cxn modelId="{5331F8DF-38AD-4E1F-A5F0-F33B55FDB8F8}" type="presParOf" srcId="{F6B68468-0B72-4268-95D9-C3A6E1935052}" destId="{627AA31C-CF21-4931-8C75-674327171600}" srcOrd="2" destOrd="0" presId="urn:microsoft.com/office/officeart/2008/layout/LinedList"/>
    <dgm:cxn modelId="{F30D43DC-2599-4224-8FFE-4EE5AFC6FF96}" type="presParOf" srcId="{F6B68468-0B72-4268-95D9-C3A6E1935052}" destId="{4BCA4501-2413-4BFB-88E0-CD649D566ED7}" srcOrd="3" destOrd="0" presId="urn:microsoft.com/office/officeart/2008/layout/LinedList"/>
    <dgm:cxn modelId="{537168E0-66FE-45D2-A4F5-A8ABA4FD9646}" type="presParOf" srcId="{4BCA4501-2413-4BFB-88E0-CD649D566ED7}" destId="{610070FA-8846-400B-991F-F20FD78C779E}" srcOrd="0" destOrd="0" presId="urn:microsoft.com/office/officeart/2008/layout/LinedList"/>
    <dgm:cxn modelId="{C974CAED-D10E-4FAD-8E81-9DE5B084BA70}" type="presParOf" srcId="{4BCA4501-2413-4BFB-88E0-CD649D566ED7}" destId="{7ED89CEF-7E85-45C9-96BD-95A803050EE9}" srcOrd="1" destOrd="0" presId="urn:microsoft.com/office/officeart/2008/layout/LinedList"/>
    <dgm:cxn modelId="{5CC27318-6423-43E5-B797-5FEA11F9EDC2}" type="presParOf" srcId="{F6B68468-0B72-4268-95D9-C3A6E1935052}" destId="{E8836239-0562-47A5-A3D2-40130D13C7C3}" srcOrd="4" destOrd="0" presId="urn:microsoft.com/office/officeart/2008/layout/LinedList"/>
    <dgm:cxn modelId="{5979FD67-F741-4D4E-A91A-01DA3A0962D4}" type="presParOf" srcId="{F6B68468-0B72-4268-95D9-C3A6E1935052}" destId="{31418CEB-71BB-45F9-8320-3FDB872C27C4}" srcOrd="5" destOrd="0" presId="urn:microsoft.com/office/officeart/2008/layout/LinedList"/>
    <dgm:cxn modelId="{8B261FFE-1774-49AD-A8C3-AAC67F772A2E}" type="presParOf" srcId="{31418CEB-71BB-45F9-8320-3FDB872C27C4}" destId="{185D0F86-542F-4E67-9EF1-EA21CA6A2C41}" srcOrd="0" destOrd="0" presId="urn:microsoft.com/office/officeart/2008/layout/LinedList"/>
    <dgm:cxn modelId="{C15FC443-13EC-408A-9001-4DE34C393A19}" type="presParOf" srcId="{31418CEB-71BB-45F9-8320-3FDB872C27C4}" destId="{EE20EEAE-0156-420F-B90B-B9DF4E2F5C7B}" srcOrd="1" destOrd="0" presId="urn:microsoft.com/office/officeart/2008/layout/LinedList"/>
    <dgm:cxn modelId="{59492259-EA82-404F-AE3F-F43C9EDC3436}" type="presParOf" srcId="{F6B68468-0B72-4268-95D9-C3A6E1935052}" destId="{855846CF-48AF-48A9-AFE2-AFE97166B022}" srcOrd="6" destOrd="0" presId="urn:microsoft.com/office/officeart/2008/layout/LinedList"/>
    <dgm:cxn modelId="{0357DE91-341D-47B6-8C0C-27C00D151543}" type="presParOf" srcId="{F6B68468-0B72-4268-95D9-C3A6E1935052}" destId="{97134F43-4F54-42BD-A73F-CD0DD3499784}" srcOrd="7" destOrd="0" presId="urn:microsoft.com/office/officeart/2008/layout/LinedList"/>
    <dgm:cxn modelId="{098E1D32-2A6F-4BC5-B474-18873B780D26}" type="presParOf" srcId="{97134F43-4F54-42BD-A73F-CD0DD3499784}" destId="{096F0FD5-DE28-4291-B748-E6D24C6912BA}" srcOrd="0" destOrd="0" presId="urn:microsoft.com/office/officeart/2008/layout/LinedList"/>
    <dgm:cxn modelId="{DA5933C6-E9A3-4A94-AE1E-5693724C9790}" type="presParOf" srcId="{97134F43-4F54-42BD-A73F-CD0DD3499784}" destId="{31EC455E-6271-4C5D-B2DB-6F91400BF8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948E37-51E9-495C-8DF5-7CF3C678EEE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06CB22-F4D6-418D-8919-CF027ACEB1D9}">
      <dgm:prSet/>
      <dgm:spPr/>
      <dgm:t>
        <a:bodyPr/>
        <a:lstStyle/>
        <a:p>
          <a:r>
            <a:rPr lang="en-US"/>
            <a:t>Concevoir un conditionneur.</a:t>
          </a:r>
        </a:p>
      </dgm:t>
    </dgm:pt>
    <dgm:pt modelId="{C7A33899-E6FA-4C1B-95CC-C70F24D1EE83}" type="parTrans" cxnId="{4217119C-5D88-4050-8F38-132C1C709E3E}">
      <dgm:prSet/>
      <dgm:spPr/>
      <dgm:t>
        <a:bodyPr/>
        <a:lstStyle/>
        <a:p>
          <a:endParaRPr lang="en-US"/>
        </a:p>
      </dgm:t>
    </dgm:pt>
    <dgm:pt modelId="{2A5A8B90-11FC-445E-8AA4-D46A822443D0}" type="sibTrans" cxnId="{4217119C-5D88-4050-8F38-132C1C709E3E}">
      <dgm:prSet/>
      <dgm:spPr/>
      <dgm:t>
        <a:bodyPr/>
        <a:lstStyle/>
        <a:p>
          <a:endParaRPr lang="en-US"/>
        </a:p>
      </dgm:t>
    </dgm:pt>
    <dgm:pt modelId="{A78441BC-B6BE-4521-AAF6-C2DD44BB91FE}">
      <dgm:prSet/>
      <dgm:spPr/>
      <dgm:t>
        <a:bodyPr/>
        <a:lstStyle/>
        <a:p>
          <a:r>
            <a:rPr lang="en-US"/>
            <a:t>Réaliser du bruit via un uC.</a:t>
          </a:r>
        </a:p>
      </dgm:t>
    </dgm:pt>
    <dgm:pt modelId="{FF3A5CB0-F989-4DBC-B420-AB44D7D9097A}" type="parTrans" cxnId="{5DD95A76-03AC-4214-AC09-BB94855C2FA4}">
      <dgm:prSet/>
      <dgm:spPr/>
      <dgm:t>
        <a:bodyPr/>
        <a:lstStyle/>
        <a:p>
          <a:endParaRPr lang="en-US"/>
        </a:p>
      </dgm:t>
    </dgm:pt>
    <dgm:pt modelId="{7D8CCFE7-A3F4-4CDF-AEE8-4577CEB5324B}" type="sibTrans" cxnId="{5DD95A76-03AC-4214-AC09-BB94855C2FA4}">
      <dgm:prSet/>
      <dgm:spPr/>
      <dgm:t>
        <a:bodyPr/>
        <a:lstStyle/>
        <a:p>
          <a:endParaRPr lang="en-US"/>
        </a:p>
      </dgm:t>
    </dgm:pt>
    <dgm:pt modelId="{0318042A-04E1-4609-AB69-CBED19785AB9}">
      <dgm:prSet/>
      <dgm:spPr/>
      <dgm:t>
        <a:bodyPr/>
        <a:lstStyle/>
        <a:p>
          <a:r>
            <a:rPr lang="en-US"/>
            <a:t>Conception d’une schématique.</a:t>
          </a:r>
        </a:p>
      </dgm:t>
    </dgm:pt>
    <dgm:pt modelId="{C1F7F374-D803-4619-AFFF-AFBE3A1F6A89}" type="parTrans" cxnId="{1C711F8F-5909-4CBC-A24C-524EBA7F98EE}">
      <dgm:prSet/>
      <dgm:spPr/>
      <dgm:t>
        <a:bodyPr/>
        <a:lstStyle/>
        <a:p>
          <a:endParaRPr lang="en-US"/>
        </a:p>
      </dgm:t>
    </dgm:pt>
    <dgm:pt modelId="{39EACB16-7372-4653-9112-A5BDBB2CF8AB}" type="sibTrans" cxnId="{1C711F8F-5909-4CBC-A24C-524EBA7F98EE}">
      <dgm:prSet/>
      <dgm:spPr/>
      <dgm:t>
        <a:bodyPr/>
        <a:lstStyle/>
        <a:p>
          <a:endParaRPr lang="en-US"/>
        </a:p>
      </dgm:t>
    </dgm:pt>
    <dgm:pt modelId="{E0D7B9AD-A2F0-4BFC-868B-62C20BB4ED61}">
      <dgm:prSet/>
      <dgm:spPr/>
      <dgm:t>
        <a:bodyPr/>
        <a:lstStyle/>
        <a:p>
          <a:r>
            <a:rPr lang="en-US"/>
            <a:t>Conception d’un PCB.</a:t>
          </a:r>
        </a:p>
      </dgm:t>
    </dgm:pt>
    <dgm:pt modelId="{67FBCC4C-48C1-4FA1-8AA5-FCD692856757}" type="parTrans" cxnId="{FD9AE26B-E953-4DEC-8C70-A58F00B55DDF}">
      <dgm:prSet/>
      <dgm:spPr/>
      <dgm:t>
        <a:bodyPr/>
        <a:lstStyle/>
        <a:p>
          <a:endParaRPr lang="en-US"/>
        </a:p>
      </dgm:t>
    </dgm:pt>
    <dgm:pt modelId="{3A5BB3F6-C9AA-450D-BD5E-B43F31B81AFD}" type="sibTrans" cxnId="{FD9AE26B-E953-4DEC-8C70-A58F00B55DDF}">
      <dgm:prSet/>
      <dgm:spPr/>
      <dgm:t>
        <a:bodyPr/>
        <a:lstStyle/>
        <a:p>
          <a:endParaRPr lang="en-US"/>
        </a:p>
      </dgm:t>
    </dgm:pt>
    <dgm:pt modelId="{EECBAEF0-14B1-4B96-90C2-2B3EECEBE94F}" type="pres">
      <dgm:prSet presAssocID="{25948E37-51E9-495C-8DF5-7CF3C678EEE8}" presName="vert0" presStyleCnt="0">
        <dgm:presLayoutVars>
          <dgm:dir/>
          <dgm:animOne val="branch"/>
          <dgm:animLvl val="lvl"/>
        </dgm:presLayoutVars>
      </dgm:prSet>
      <dgm:spPr/>
    </dgm:pt>
    <dgm:pt modelId="{A1016AEA-A7BE-4F4B-9A1F-E6FBB182E768}" type="pres">
      <dgm:prSet presAssocID="{8906CB22-F4D6-418D-8919-CF027ACEB1D9}" presName="thickLine" presStyleLbl="alignNode1" presStyleIdx="0" presStyleCnt="4"/>
      <dgm:spPr/>
    </dgm:pt>
    <dgm:pt modelId="{502F3D68-AE84-4A71-8D97-42E09444ADBF}" type="pres">
      <dgm:prSet presAssocID="{8906CB22-F4D6-418D-8919-CF027ACEB1D9}" presName="horz1" presStyleCnt="0"/>
      <dgm:spPr/>
    </dgm:pt>
    <dgm:pt modelId="{516758D8-8D97-4574-A21D-C3A54E5A2FD3}" type="pres">
      <dgm:prSet presAssocID="{8906CB22-F4D6-418D-8919-CF027ACEB1D9}" presName="tx1" presStyleLbl="revTx" presStyleIdx="0" presStyleCnt="4"/>
      <dgm:spPr/>
    </dgm:pt>
    <dgm:pt modelId="{34DA7DD4-BF67-4309-A5F8-D2F52E151569}" type="pres">
      <dgm:prSet presAssocID="{8906CB22-F4D6-418D-8919-CF027ACEB1D9}" presName="vert1" presStyleCnt="0"/>
      <dgm:spPr/>
    </dgm:pt>
    <dgm:pt modelId="{1B1CAD55-AFCB-453B-98A6-A9DD296BE05E}" type="pres">
      <dgm:prSet presAssocID="{A78441BC-B6BE-4521-AAF6-C2DD44BB91FE}" presName="thickLine" presStyleLbl="alignNode1" presStyleIdx="1" presStyleCnt="4"/>
      <dgm:spPr/>
    </dgm:pt>
    <dgm:pt modelId="{321E5666-8353-4876-B3A8-F1966A331727}" type="pres">
      <dgm:prSet presAssocID="{A78441BC-B6BE-4521-AAF6-C2DD44BB91FE}" presName="horz1" presStyleCnt="0"/>
      <dgm:spPr/>
    </dgm:pt>
    <dgm:pt modelId="{4AA0EAA2-49A5-4929-9E11-57D755D7BD1B}" type="pres">
      <dgm:prSet presAssocID="{A78441BC-B6BE-4521-AAF6-C2DD44BB91FE}" presName="tx1" presStyleLbl="revTx" presStyleIdx="1" presStyleCnt="4"/>
      <dgm:spPr/>
    </dgm:pt>
    <dgm:pt modelId="{022CF42B-CE45-414D-A020-9E2BB0484721}" type="pres">
      <dgm:prSet presAssocID="{A78441BC-B6BE-4521-AAF6-C2DD44BB91FE}" presName="vert1" presStyleCnt="0"/>
      <dgm:spPr/>
    </dgm:pt>
    <dgm:pt modelId="{F6DBB446-FF4A-434A-8DA4-77D2982C7C4F}" type="pres">
      <dgm:prSet presAssocID="{0318042A-04E1-4609-AB69-CBED19785AB9}" presName="thickLine" presStyleLbl="alignNode1" presStyleIdx="2" presStyleCnt="4"/>
      <dgm:spPr/>
    </dgm:pt>
    <dgm:pt modelId="{22E0D94D-BC8A-448C-ABAC-DCFC24C2F7D7}" type="pres">
      <dgm:prSet presAssocID="{0318042A-04E1-4609-AB69-CBED19785AB9}" presName="horz1" presStyleCnt="0"/>
      <dgm:spPr/>
    </dgm:pt>
    <dgm:pt modelId="{03F38535-2E30-4324-9C54-0CAC59E44158}" type="pres">
      <dgm:prSet presAssocID="{0318042A-04E1-4609-AB69-CBED19785AB9}" presName="tx1" presStyleLbl="revTx" presStyleIdx="2" presStyleCnt="4"/>
      <dgm:spPr/>
    </dgm:pt>
    <dgm:pt modelId="{2F2A59EB-1A37-4AA9-8DCE-191A2C783AA4}" type="pres">
      <dgm:prSet presAssocID="{0318042A-04E1-4609-AB69-CBED19785AB9}" presName="vert1" presStyleCnt="0"/>
      <dgm:spPr/>
    </dgm:pt>
    <dgm:pt modelId="{48DBE846-5841-4F2D-AD3F-6E6B00DC138F}" type="pres">
      <dgm:prSet presAssocID="{E0D7B9AD-A2F0-4BFC-868B-62C20BB4ED61}" presName="thickLine" presStyleLbl="alignNode1" presStyleIdx="3" presStyleCnt="4"/>
      <dgm:spPr/>
    </dgm:pt>
    <dgm:pt modelId="{6B0E1F92-9B5C-468A-A54A-3E495095F4AD}" type="pres">
      <dgm:prSet presAssocID="{E0D7B9AD-A2F0-4BFC-868B-62C20BB4ED61}" presName="horz1" presStyleCnt="0"/>
      <dgm:spPr/>
    </dgm:pt>
    <dgm:pt modelId="{CAABD493-0560-4852-AF86-00501B53F55E}" type="pres">
      <dgm:prSet presAssocID="{E0D7B9AD-A2F0-4BFC-868B-62C20BB4ED61}" presName="tx1" presStyleLbl="revTx" presStyleIdx="3" presStyleCnt="4"/>
      <dgm:spPr/>
    </dgm:pt>
    <dgm:pt modelId="{CB171781-5E79-4518-81BF-AE83F39AF474}" type="pres">
      <dgm:prSet presAssocID="{E0D7B9AD-A2F0-4BFC-868B-62C20BB4ED61}" presName="vert1" presStyleCnt="0"/>
      <dgm:spPr/>
    </dgm:pt>
  </dgm:ptLst>
  <dgm:cxnLst>
    <dgm:cxn modelId="{8201CC12-3A7B-4060-9845-CBD4CE63345D}" type="presOf" srcId="{25948E37-51E9-495C-8DF5-7CF3C678EEE8}" destId="{EECBAEF0-14B1-4B96-90C2-2B3EECEBE94F}" srcOrd="0" destOrd="0" presId="urn:microsoft.com/office/officeart/2008/layout/LinedList"/>
    <dgm:cxn modelId="{AB4C872B-9CB7-4926-860D-ECA6897E1C48}" type="presOf" srcId="{E0D7B9AD-A2F0-4BFC-868B-62C20BB4ED61}" destId="{CAABD493-0560-4852-AF86-00501B53F55E}" srcOrd="0" destOrd="0" presId="urn:microsoft.com/office/officeart/2008/layout/LinedList"/>
    <dgm:cxn modelId="{9581785F-B2A3-48F6-981A-F76FC5C08EA7}" type="presOf" srcId="{A78441BC-B6BE-4521-AAF6-C2DD44BB91FE}" destId="{4AA0EAA2-49A5-4929-9E11-57D755D7BD1B}" srcOrd="0" destOrd="0" presId="urn:microsoft.com/office/officeart/2008/layout/LinedList"/>
    <dgm:cxn modelId="{FD9AE26B-E953-4DEC-8C70-A58F00B55DDF}" srcId="{25948E37-51E9-495C-8DF5-7CF3C678EEE8}" destId="{E0D7B9AD-A2F0-4BFC-868B-62C20BB4ED61}" srcOrd="3" destOrd="0" parTransId="{67FBCC4C-48C1-4FA1-8AA5-FCD692856757}" sibTransId="{3A5BB3F6-C9AA-450D-BD5E-B43F31B81AFD}"/>
    <dgm:cxn modelId="{7A85DE6F-1134-4CBB-BA33-40FC7B78D727}" type="presOf" srcId="{0318042A-04E1-4609-AB69-CBED19785AB9}" destId="{03F38535-2E30-4324-9C54-0CAC59E44158}" srcOrd="0" destOrd="0" presId="urn:microsoft.com/office/officeart/2008/layout/LinedList"/>
    <dgm:cxn modelId="{5DD95A76-03AC-4214-AC09-BB94855C2FA4}" srcId="{25948E37-51E9-495C-8DF5-7CF3C678EEE8}" destId="{A78441BC-B6BE-4521-AAF6-C2DD44BB91FE}" srcOrd="1" destOrd="0" parTransId="{FF3A5CB0-F989-4DBC-B420-AB44D7D9097A}" sibTransId="{7D8CCFE7-A3F4-4CDF-AEE8-4577CEB5324B}"/>
    <dgm:cxn modelId="{1C711F8F-5909-4CBC-A24C-524EBA7F98EE}" srcId="{25948E37-51E9-495C-8DF5-7CF3C678EEE8}" destId="{0318042A-04E1-4609-AB69-CBED19785AB9}" srcOrd="2" destOrd="0" parTransId="{C1F7F374-D803-4619-AFFF-AFBE3A1F6A89}" sibTransId="{39EACB16-7372-4653-9112-A5BDBB2CF8AB}"/>
    <dgm:cxn modelId="{AFE70398-1DD3-4031-8A02-7A69A4E4DD30}" type="presOf" srcId="{8906CB22-F4D6-418D-8919-CF027ACEB1D9}" destId="{516758D8-8D97-4574-A21D-C3A54E5A2FD3}" srcOrd="0" destOrd="0" presId="urn:microsoft.com/office/officeart/2008/layout/LinedList"/>
    <dgm:cxn modelId="{4217119C-5D88-4050-8F38-132C1C709E3E}" srcId="{25948E37-51E9-495C-8DF5-7CF3C678EEE8}" destId="{8906CB22-F4D6-418D-8919-CF027ACEB1D9}" srcOrd="0" destOrd="0" parTransId="{C7A33899-E6FA-4C1B-95CC-C70F24D1EE83}" sibTransId="{2A5A8B90-11FC-445E-8AA4-D46A822443D0}"/>
    <dgm:cxn modelId="{BD96713A-E5D3-47DC-A0AA-359F8039EF4C}" type="presParOf" srcId="{EECBAEF0-14B1-4B96-90C2-2B3EECEBE94F}" destId="{A1016AEA-A7BE-4F4B-9A1F-E6FBB182E768}" srcOrd="0" destOrd="0" presId="urn:microsoft.com/office/officeart/2008/layout/LinedList"/>
    <dgm:cxn modelId="{6AF026D3-CE11-411B-96AA-AB0FD45F6A7C}" type="presParOf" srcId="{EECBAEF0-14B1-4B96-90C2-2B3EECEBE94F}" destId="{502F3D68-AE84-4A71-8D97-42E09444ADBF}" srcOrd="1" destOrd="0" presId="urn:microsoft.com/office/officeart/2008/layout/LinedList"/>
    <dgm:cxn modelId="{934B44CD-09A5-4481-99E7-C78B6D7105B0}" type="presParOf" srcId="{502F3D68-AE84-4A71-8D97-42E09444ADBF}" destId="{516758D8-8D97-4574-A21D-C3A54E5A2FD3}" srcOrd="0" destOrd="0" presId="urn:microsoft.com/office/officeart/2008/layout/LinedList"/>
    <dgm:cxn modelId="{DBFD6885-894A-4629-92A7-B136ED909597}" type="presParOf" srcId="{502F3D68-AE84-4A71-8D97-42E09444ADBF}" destId="{34DA7DD4-BF67-4309-A5F8-D2F52E151569}" srcOrd="1" destOrd="0" presId="urn:microsoft.com/office/officeart/2008/layout/LinedList"/>
    <dgm:cxn modelId="{34B0AADC-434A-4326-8603-DE37289BC4C4}" type="presParOf" srcId="{EECBAEF0-14B1-4B96-90C2-2B3EECEBE94F}" destId="{1B1CAD55-AFCB-453B-98A6-A9DD296BE05E}" srcOrd="2" destOrd="0" presId="urn:microsoft.com/office/officeart/2008/layout/LinedList"/>
    <dgm:cxn modelId="{E6FEA409-BAA4-4943-B716-6FDD5EA51FDC}" type="presParOf" srcId="{EECBAEF0-14B1-4B96-90C2-2B3EECEBE94F}" destId="{321E5666-8353-4876-B3A8-F1966A331727}" srcOrd="3" destOrd="0" presId="urn:microsoft.com/office/officeart/2008/layout/LinedList"/>
    <dgm:cxn modelId="{E6175640-6F3C-4A9B-BFE6-601A38DAFBE1}" type="presParOf" srcId="{321E5666-8353-4876-B3A8-F1966A331727}" destId="{4AA0EAA2-49A5-4929-9E11-57D755D7BD1B}" srcOrd="0" destOrd="0" presId="urn:microsoft.com/office/officeart/2008/layout/LinedList"/>
    <dgm:cxn modelId="{13E7586C-5338-49FA-83C0-9A58E99A8BE5}" type="presParOf" srcId="{321E5666-8353-4876-B3A8-F1966A331727}" destId="{022CF42B-CE45-414D-A020-9E2BB0484721}" srcOrd="1" destOrd="0" presId="urn:microsoft.com/office/officeart/2008/layout/LinedList"/>
    <dgm:cxn modelId="{8B31FDE7-DEDF-44E3-9D96-429D94ADC56A}" type="presParOf" srcId="{EECBAEF0-14B1-4B96-90C2-2B3EECEBE94F}" destId="{F6DBB446-FF4A-434A-8DA4-77D2982C7C4F}" srcOrd="4" destOrd="0" presId="urn:microsoft.com/office/officeart/2008/layout/LinedList"/>
    <dgm:cxn modelId="{5C8495FA-4E38-4873-BE73-8983A1951B6D}" type="presParOf" srcId="{EECBAEF0-14B1-4B96-90C2-2B3EECEBE94F}" destId="{22E0D94D-BC8A-448C-ABAC-DCFC24C2F7D7}" srcOrd="5" destOrd="0" presId="urn:microsoft.com/office/officeart/2008/layout/LinedList"/>
    <dgm:cxn modelId="{6FE24A00-0F5A-451C-85B3-5D5BDF0BE0FF}" type="presParOf" srcId="{22E0D94D-BC8A-448C-ABAC-DCFC24C2F7D7}" destId="{03F38535-2E30-4324-9C54-0CAC59E44158}" srcOrd="0" destOrd="0" presId="urn:microsoft.com/office/officeart/2008/layout/LinedList"/>
    <dgm:cxn modelId="{E2CDECD2-15D1-434F-84E4-C213B4E7839C}" type="presParOf" srcId="{22E0D94D-BC8A-448C-ABAC-DCFC24C2F7D7}" destId="{2F2A59EB-1A37-4AA9-8DCE-191A2C783AA4}" srcOrd="1" destOrd="0" presId="urn:microsoft.com/office/officeart/2008/layout/LinedList"/>
    <dgm:cxn modelId="{CE7B9223-7D11-4318-B978-54D746796CE5}" type="presParOf" srcId="{EECBAEF0-14B1-4B96-90C2-2B3EECEBE94F}" destId="{48DBE846-5841-4F2D-AD3F-6E6B00DC138F}" srcOrd="6" destOrd="0" presId="urn:microsoft.com/office/officeart/2008/layout/LinedList"/>
    <dgm:cxn modelId="{BCA7AF06-7DD9-4435-9325-CCE7861CAAC4}" type="presParOf" srcId="{EECBAEF0-14B1-4B96-90C2-2B3EECEBE94F}" destId="{6B0E1F92-9B5C-468A-A54A-3E495095F4AD}" srcOrd="7" destOrd="0" presId="urn:microsoft.com/office/officeart/2008/layout/LinedList"/>
    <dgm:cxn modelId="{2F8E77F7-68DB-4DCA-AB9F-4A0FC17617EF}" type="presParOf" srcId="{6B0E1F92-9B5C-468A-A54A-3E495095F4AD}" destId="{CAABD493-0560-4852-AF86-00501B53F55E}" srcOrd="0" destOrd="0" presId="urn:microsoft.com/office/officeart/2008/layout/LinedList"/>
    <dgm:cxn modelId="{C99ABC2A-2A39-4517-BBAE-1BE713D74DE3}" type="presParOf" srcId="{6B0E1F92-9B5C-468A-A54A-3E495095F4AD}" destId="{CB171781-5E79-4518-81BF-AE83F39AF4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5FBD34-5C04-49AC-9B67-A058005A3F2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DDC75B2-44A5-421F-BDB2-4EEBF92DF8A5}">
      <dgm:prSet/>
      <dgm:spPr/>
      <dgm:t>
        <a:bodyPr/>
        <a:lstStyle/>
        <a:p>
          <a:r>
            <a:rPr lang="en-US"/>
            <a:t>Changer de capteur de lumière</a:t>
          </a:r>
        </a:p>
      </dgm:t>
    </dgm:pt>
    <dgm:pt modelId="{0C6F3B3E-30FA-4AF9-B253-150086FB184A}" type="parTrans" cxnId="{7A958394-AB87-4CBC-A8AD-8F9760E15608}">
      <dgm:prSet/>
      <dgm:spPr/>
      <dgm:t>
        <a:bodyPr/>
        <a:lstStyle/>
        <a:p>
          <a:endParaRPr lang="en-US"/>
        </a:p>
      </dgm:t>
    </dgm:pt>
    <dgm:pt modelId="{834F8E61-179F-4F11-BA9A-F3A35A13099F}" type="sibTrans" cxnId="{7A958394-AB87-4CBC-A8AD-8F9760E15608}">
      <dgm:prSet/>
      <dgm:spPr/>
      <dgm:t>
        <a:bodyPr/>
        <a:lstStyle/>
        <a:p>
          <a:endParaRPr lang="en-US"/>
        </a:p>
      </dgm:t>
    </dgm:pt>
    <dgm:pt modelId="{0EC74468-B40B-4D15-957E-6D418258CF59}">
      <dgm:prSet/>
      <dgm:spPr/>
      <dgm:t>
        <a:bodyPr/>
        <a:lstStyle/>
        <a:p>
          <a:r>
            <a:rPr lang="en-US" dirty="0" err="1"/>
            <a:t>Méthode</a:t>
          </a:r>
          <a:r>
            <a:rPr lang="en-US" dirty="0"/>
            <a:t> pour la </a:t>
          </a:r>
          <a:r>
            <a:rPr lang="en-US" dirty="0" err="1"/>
            <a:t>génération</a:t>
          </a:r>
          <a:r>
            <a:rPr lang="en-US" dirty="0"/>
            <a:t> du bruit</a:t>
          </a:r>
        </a:p>
      </dgm:t>
    </dgm:pt>
    <dgm:pt modelId="{411F7F32-6BCE-4F4D-873E-71563B709F80}" type="parTrans" cxnId="{70FF80DC-C82F-4DDB-8043-FDB73F220F29}">
      <dgm:prSet/>
      <dgm:spPr/>
      <dgm:t>
        <a:bodyPr/>
        <a:lstStyle/>
        <a:p>
          <a:endParaRPr lang="en-US"/>
        </a:p>
      </dgm:t>
    </dgm:pt>
    <dgm:pt modelId="{B1B8D7DE-5FBE-42FD-A620-C792322CC116}" type="sibTrans" cxnId="{70FF80DC-C82F-4DDB-8043-FDB73F220F29}">
      <dgm:prSet/>
      <dgm:spPr/>
      <dgm:t>
        <a:bodyPr/>
        <a:lstStyle/>
        <a:p>
          <a:endParaRPr lang="en-US"/>
        </a:p>
      </dgm:t>
    </dgm:pt>
    <dgm:pt modelId="{169903BE-725E-460C-8C05-51544A3754BA}">
      <dgm:prSet/>
      <dgm:spPr/>
      <dgm:t>
        <a:bodyPr/>
        <a:lstStyle/>
        <a:p>
          <a:r>
            <a:rPr lang="en-US" dirty="0" err="1"/>
            <a:t>Ajout</a:t>
          </a:r>
          <a:r>
            <a:rPr lang="en-US"/>
            <a:t> d’un deuxième </a:t>
          </a:r>
          <a:r>
            <a:rPr lang="en-US" dirty="0" err="1"/>
            <a:t>capteur</a:t>
          </a:r>
          <a:r>
            <a:rPr lang="en-US" dirty="0"/>
            <a:t>.</a:t>
          </a:r>
        </a:p>
      </dgm:t>
    </dgm:pt>
    <dgm:pt modelId="{0BCCE905-89AE-4FFF-B938-E40B720C06D3}" type="parTrans" cxnId="{29ED201A-186C-4258-A626-B505B85DF4C2}">
      <dgm:prSet/>
      <dgm:spPr/>
      <dgm:t>
        <a:bodyPr/>
        <a:lstStyle/>
        <a:p>
          <a:endParaRPr lang="en-US"/>
        </a:p>
      </dgm:t>
    </dgm:pt>
    <dgm:pt modelId="{4DFB514F-EAC1-4636-A931-F6A98F551057}" type="sibTrans" cxnId="{29ED201A-186C-4258-A626-B505B85DF4C2}">
      <dgm:prSet/>
      <dgm:spPr/>
      <dgm:t>
        <a:bodyPr/>
        <a:lstStyle/>
        <a:p>
          <a:endParaRPr lang="en-US"/>
        </a:p>
      </dgm:t>
    </dgm:pt>
    <dgm:pt modelId="{137277B7-6E11-453D-A923-B61BC890B218}">
      <dgm:prSet/>
      <dgm:spPr/>
      <dgm:t>
        <a:bodyPr/>
        <a:lstStyle/>
        <a:p>
          <a:r>
            <a:rPr lang="en-US"/>
            <a:t>Inverser la soustraction entre les capteurs</a:t>
          </a:r>
        </a:p>
      </dgm:t>
    </dgm:pt>
    <dgm:pt modelId="{41890C67-DB07-406C-BDFD-922E7DC3FB88}" type="parTrans" cxnId="{3D8861CF-2591-4A79-88BF-AD9102F15D16}">
      <dgm:prSet/>
      <dgm:spPr/>
      <dgm:t>
        <a:bodyPr/>
        <a:lstStyle/>
        <a:p>
          <a:endParaRPr lang="en-US"/>
        </a:p>
      </dgm:t>
    </dgm:pt>
    <dgm:pt modelId="{5ADB35AB-7EA4-4508-BE3B-BE295AE03B38}" type="sibTrans" cxnId="{3D8861CF-2591-4A79-88BF-AD9102F15D16}">
      <dgm:prSet/>
      <dgm:spPr/>
      <dgm:t>
        <a:bodyPr/>
        <a:lstStyle/>
        <a:p>
          <a:endParaRPr lang="en-US"/>
        </a:p>
      </dgm:t>
    </dgm:pt>
    <dgm:pt modelId="{42C9814A-89F9-4552-BE02-F09BF98471F3}" type="pres">
      <dgm:prSet presAssocID="{3A5FBD34-5C04-49AC-9B67-A058005A3F29}" presName="vert0" presStyleCnt="0">
        <dgm:presLayoutVars>
          <dgm:dir/>
          <dgm:animOne val="branch"/>
          <dgm:animLvl val="lvl"/>
        </dgm:presLayoutVars>
      </dgm:prSet>
      <dgm:spPr/>
    </dgm:pt>
    <dgm:pt modelId="{6D8F0FCA-0736-4C6F-AD44-E993F0F66801}" type="pres">
      <dgm:prSet presAssocID="{DDDC75B2-44A5-421F-BDB2-4EEBF92DF8A5}" presName="thickLine" presStyleLbl="alignNode1" presStyleIdx="0" presStyleCnt="4"/>
      <dgm:spPr/>
    </dgm:pt>
    <dgm:pt modelId="{57B8A2A2-A101-4F7D-B07E-718829AEADA7}" type="pres">
      <dgm:prSet presAssocID="{DDDC75B2-44A5-421F-BDB2-4EEBF92DF8A5}" presName="horz1" presStyleCnt="0"/>
      <dgm:spPr/>
    </dgm:pt>
    <dgm:pt modelId="{5B8FC9DC-BA51-4504-BF27-296AF96694CE}" type="pres">
      <dgm:prSet presAssocID="{DDDC75B2-44A5-421F-BDB2-4EEBF92DF8A5}" presName="tx1" presStyleLbl="revTx" presStyleIdx="0" presStyleCnt="4"/>
      <dgm:spPr/>
    </dgm:pt>
    <dgm:pt modelId="{2D0E602E-7D7D-4748-B1DB-E88A9122CB2F}" type="pres">
      <dgm:prSet presAssocID="{DDDC75B2-44A5-421F-BDB2-4EEBF92DF8A5}" presName="vert1" presStyleCnt="0"/>
      <dgm:spPr/>
    </dgm:pt>
    <dgm:pt modelId="{9CF3B566-BA48-4A2B-90A4-60D31D8486DE}" type="pres">
      <dgm:prSet presAssocID="{0EC74468-B40B-4D15-957E-6D418258CF59}" presName="thickLine" presStyleLbl="alignNode1" presStyleIdx="1" presStyleCnt="4"/>
      <dgm:spPr/>
    </dgm:pt>
    <dgm:pt modelId="{6F0A25DB-DE62-4B14-B585-8A7F4FD0C715}" type="pres">
      <dgm:prSet presAssocID="{0EC74468-B40B-4D15-957E-6D418258CF59}" presName="horz1" presStyleCnt="0"/>
      <dgm:spPr/>
    </dgm:pt>
    <dgm:pt modelId="{C159179C-4BA5-4F41-8221-6D2E5C7493C4}" type="pres">
      <dgm:prSet presAssocID="{0EC74468-B40B-4D15-957E-6D418258CF59}" presName="tx1" presStyleLbl="revTx" presStyleIdx="1" presStyleCnt="4"/>
      <dgm:spPr/>
    </dgm:pt>
    <dgm:pt modelId="{073F953D-B21B-49F5-8686-3BBC89E04D56}" type="pres">
      <dgm:prSet presAssocID="{0EC74468-B40B-4D15-957E-6D418258CF59}" presName="vert1" presStyleCnt="0"/>
      <dgm:spPr/>
    </dgm:pt>
    <dgm:pt modelId="{3854E498-77EF-469A-AA46-D5C1D8A73CF6}" type="pres">
      <dgm:prSet presAssocID="{169903BE-725E-460C-8C05-51544A3754BA}" presName="thickLine" presStyleLbl="alignNode1" presStyleIdx="2" presStyleCnt="4"/>
      <dgm:spPr/>
    </dgm:pt>
    <dgm:pt modelId="{D5186C09-899D-430B-A730-F62B18BB71CB}" type="pres">
      <dgm:prSet presAssocID="{169903BE-725E-460C-8C05-51544A3754BA}" presName="horz1" presStyleCnt="0"/>
      <dgm:spPr/>
    </dgm:pt>
    <dgm:pt modelId="{5F829155-70AA-4239-A54B-97090B1F9C0A}" type="pres">
      <dgm:prSet presAssocID="{169903BE-725E-460C-8C05-51544A3754BA}" presName="tx1" presStyleLbl="revTx" presStyleIdx="2" presStyleCnt="4"/>
      <dgm:spPr/>
    </dgm:pt>
    <dgm:pt modelId="{CD6A1D9B-7046-4F89-925B-5BD6460BB525}" type="pres">
      <dgm:prSet presAssocID="{169903BE-725E-460C-8C05-51544A3754BA}" presName="vert1" presStyleCnt="0"/>
      <dgm:spPr/>
    </dgm:pt>
    <dgm:pt modelId="{7F7B11AD-6B0D-4143-92DE-6A76A6086863}" type="pres">
      <dgm:prSet presAssocID="{137277B7-6E11-453D-A923-B61BC890B218}" presName="thickLine" presStyleLbl="alignNode1" presStyleIdx="3" presStyleCnt="4"/>
      <dgm:spPr/>
    </dgm:pt>
    <dgm:pt modelId="{79E5A5D0-4B7B-4D34-9587-0E6FF8B7B903}" type="pres">
      <dgm:prSet presAssocID="{137277B7-6E11-453D-A923-B61BC890B218}" presName="horz1" presStyleCnt="0"/>
      <dgm:spPr/>
    </dgm:pt>
    <dgm:pt modelId="{90E949A6-41E5-423F-86EC-A3BFDA239D0C}" type="pres">
      <dgm:prSet presAssocID="{137277B7-6E11-453D-A923-B61BC890B218}" presName="tx1" presStyleLbl="revTx" presStyleIdx="3" presStyleCnt="4"/>
      <dgm:spPr/>
    </dgm:pt>
    <dgm:pt modelId="{EB3A72B4-4E9A-49F9-A285-339DEC194654}" type="pres">
      <dgm:prSet presAssocID="{137277B7-6E11-453D-A923-B61BC890B218}" presName="vert1" presStyleCnt="0"/>
      <dgm:spPr/>
    </dgm:pt>
  </dgm:ptLst>
  <dgm:cxnLst>
    <dgm:cxn modelId="{4786E418-28B1-4590-AAA6-8E39BC12CD39}" type="presOf" srcId="{DDDC75B2-44A5-421F-BDB2-4EEBF92DF8A5}" destId="{5B8FC9DC-BA51-4504-BF27-296AF96694CE}" srcOrd="0" destOrd="0" presId="urn:microsoft.com/office/officeart/2008/layout/LinedList"/>
    <dgm:cxn modelId="{29ED201A-186C-4258-A626-B505B85DF4C2}" srcId="{3A5FBD34-5C04-49AC-9B67-A058005A3F29}" destId="{169903BE-725E-460C-8C05-51544A3754BA}" srcOrd="2" destOrd="0" parTransId="{0BCCE905-89AE-4FFF-B938-E40B720C06D3}" sibTransId="{4DFB514F-EAC1-4636-A931-F6A98F551057}"/>
    <dgm:cxn modelId="{CCA4244D-4F01-4E75-9E20-BAABCBB2D3BD}" type="presOf" srcId="{0EC74468-B40B-4D15-957E-6D418258CF59}" destId="{C159179C-4BA5-4F41-8221-6D2E5C7493C4}" srcOrd="0" destOrd="0" presId="urn:microsoft.com/office/officeart/2008/layout/LinedList"/>
    <dgm:cxn modelId="{B1B75689-A0EB-4160-BF79-59C09CF1818A}" type="presOf" srcId="{137277B7-6E11-453D-A923-B61BC890B218}" destId="{90E949A6-41E5-423F-86EC-A3BFDA239D0C}" srcOrd="0" destOrd="0" presId="urn:microsoft.com/office/officeart/2008/layout/LinedList"/>
    <dgm:cxn modelId="{7A958394-AB87-4CBC-A8AD-8F9760E15608}" srcId="{3A5FBD34-5C04-49AC-9B67-A058005A3F29}" destId="{DDDC75B2-44A5-421F-BDB2-4EEBF92DF8A5}" srcOrd="0" destOrd="0" parTransId="{0C6F3B3E-30FA-4AF9-B253-150086FB184A}" sibTransId="{834F8E61-179F-4F11-BA9A-F3A35A13099F}"/>
    <dgm:cxn modelId="{3D8861CF-2591-4A79-88BF-AD9102F15D16}" srcId="{3A5FBD34-5C04-49AC-9B67-A058005A3F29}" destId="{137277B7-6E11-453D-A923-B61BC890B218}" srcOrd="3" destOrd="0" parTransId="{41890C67-DB07-406C-BDFD-922E7DC3FB88}" sibTransId="{5ADB35AB-7EA4-4508-BE3B-BE295AE03B38}"/>
    <dgm:cxn modelId="{70FF80DC-C82F-4DDB-8043-FDB73F220F29}" srcId="{3A5FBD34-5C04-49AC-9B67-A058005A3F29}" destId="{0EC74468-B40B-4D15-957E-6D418258CF59}" srcOrd="1" destOrd="0" parTransId="{411F7F32-6BCE-4F4D-873E-71563B709F80}" sibTransId="{B1B8D7DE-5FBE-42FD-A620-C792322CC116}"/>
    <dgm:cxn modelId="{A898D9E2-3846-4D4E-A4FB-5A1234E65AD4}" type="presOf" srcId="{3A5FBD34-5C04-49AC-9B67-A058005A3F29}" destId="{42C9814A-89F9-4552-BE02-F09BF98471F3}" srcOrd="0" destOrd="0" presId="urn:microsoft.com/office/officeart/2008/layout/LinedList"/>
    <dgm:cxn modelId="{05249FF3-2E89-473D-83DB-3C92694322C3}" type="presOf" srcId="{169903BE-725E-460C-8C05-51544A3754BA}" destId="{5F829155-70AA-4239-A54B-97090B1F9C0A}" srcOrd="0" destOrd="0" presId="urn:microsoft.com/office/officeart/2008/layout/LinedList"/>
    <dgm:cxn modelId="{ECE59D60-12CF-43C5-897C-D35CB5195738}" type="presParOf" srcId="{42C9814A-89F9-4552-BE02-F09BF98471F3}" destId="{6D8F0FCA-0736-4C6F-AD44-E993F0F66801}" srcOrd="0" destOrd="0" presId="urn:microsoft.com/office/officeart/2008/layout/LinedList"/>
    <dgm:cxn modelId="{21B2FFDC-1EE7-4067-8027-46F080E2CA39}" type="presParOf" srcId="{42C9814A-89F9-4552-BE02-F09BF98471F3}" destId="{57B8A2A2-A101-4F7D-B07E-718829AEADA7}" srcOrd="1" destOrd="0" presId="urn:microsoft.com/office/officeart/2008/layout/LinedList"/>
    <dgm:cxn modelId="{9DE2C2C7-21EA-4384-AEE0-7BE3B71022CB}" type="presParOf" srcId="{57B8A2A2-A101-4F7D-B07E-718829AEADA7}" destId="{5B8FC9DC-BA51-4504-BF27-296AF96694CE}" srcOrd="0" destOrd="0" presId="urn:microsoft.com/office/officeart/2008/layout/LinedList"/>
    <dgm:cxn modelId="{22AB71E4-2CA2-4843-8127-E86CE830CCA8}" type="presParOf" srcId="{57B8A2A2-A101-4F7D-B07E-718829AEADA7}" destId="{2D0E602E-7D7D-4748-B1DB-E88A9122CB2F}" srcOrd="1" destOrd="0" presId="urn:microsoft.com/office/officeart/2008/layout/LinedList"/>
    <dgm:cxn modelId="{485795B9-9333-4D2B-A6AF-80367A54A471}" type="presParOf" srcId="{42C9814A-89F9-4552-BE02-F09BF98471F3}" destId="{9CF3B566-BA48-4A2B-90A4-60D31D8486DE}" srcOrd="2" destOrd="0" presId="urn:microsoft.com/office/officeart/2008/layout/LinedList"/>
    <dgm:cxn modelId="{019C7E95-5CCC-42A7-B62D-49D0CB632CC1}" type="presParOf" srcId="{42C9814A-89F9-4552-BE02-F09BF98471F3}" destId="{6F0A25DB-DE62-4B14-B585-8A7F4FD0C715}" srcOrd="3" destOrd="0" presId="urn:microsoft.com/office/officeart/2008/layout/LinedList"/>
    <dgm:cxn modelId="{48E449C0-46FD-40D6-A788-7DFC6FC73EAA}" type="presParOf" srcId="{6F0A25DB-DE62-4B14-B585-8A7F4FD0C715}" destId="{C159179C-4BA5-4F41-8221-6D2E5C7493C4}" srcOrd="0" destOrd="0" presId="urn:microsoft.com/office/officeart/2008/layout/LinedList"/>
    <dgm:cxn modelId="{9F3384C9-DCA4-492C-B686-3D2C8DB00B3E}" type="presParOf" srcId="{6F0A25DB-DE62-4B14-B585-8A7F4FD0C715}" destId="{073F953D-B21B-49F5-8686-3BBC89E04D56}" srcOrd="1" destOrd="0" presId="urn:microsoft.com/office/officeart/2008/layout/LinedList"/>
    <dgm:cxn modelId="{CF70F3AA-62E1-4B17-AA5A-BFCCDBBBD227}" type="presParOf" srcId="{42C9814A-89F9-4552-BE02-F09BF98471F3}" destId="{3854E498-77EF-469A-AA46-D5C1D8A73CF6}" srcOrd="4" destOrd="0" presId="urn:microsoft.com/office/officeart/2008/layout/LinedList"/>
    <dgm:cxn modelId="{0B6BB17F-27C7-45F9-BF66-81DFC211A6CE}" type="presParOf" srcId="{42C9814A-89F9-4552-BE02-F09BF98471F3}" destId="{D5186C09-899D-430B-A730-F62B18BB71CB}" srcOrd="5" destOrd="0" presId="urn:microsoft.com/office/officeart/2008/layout/LinedList"/>
    <dgm:cxn modelId="{75875B8C-E602-4ABC-8B57-4CD34433B0FE}" type="presParOf" srcId="{D5186C09-899D-430B-A730-F62B18BB71CB}" destId="{5F829155-70AA-4239-A54B-97090B1F9C0A}" srcOrd="0" destOrd="0" presId="urn:microsoft.com/office/officeart/2008/layout/LinedList"/>
    <dgm:cxn modelId="{21607141-1474-433D-BFE9-49944D371E4C}" type="presParOf" srcId="{D5186C09-899D-430B-A730-F62B18BB71CB}" destId="{CD6A1D9B-7046-4F89-925B-5BD6460BB525}" srcOrd="1" destOrd="0" presId="urn:microsoft.com/office/officeart/2008/layout/LinedList"/>
    <dgm:cxn modelId="{3BEF8306-550A-427C-AB8C-F3891AB45F7B}" type="presParOf" srcId="{42C9814A-89F9-4552-BE02-F09BF98471F3}" destId="{7F7B11AD-6B0D-4143-92DE-6A76A6086863}" srcOrd="6" destOrd="0" presId="urn:microsoft.com/office/officeart/2008/layout/LinedList"/>
    <dgm:cxn modelId="{4D7EBD5A-2115-49C5-9C04-1C286377D22D}" type="presParOf" srcId="{42C9814A-89F9-4552-BE02-F09BF98471F3}" destId="{79E5A5D0-4B7B-4D34-9587-0E6FF8B7B903}" srcOrd="7" destOrd="0" presId="urn:microsoft.com/office/officeart/2008/layout/LinedList"/>
    <dgm:cxn modelId="{0A810748-21E4-4257-BE2B-88E66D9524FD}" type="presParOf" srcId="{79E5A5D0-4B7B-4D34-9587-0E6FF8B7B903}" destId="{90E949A6-41E5-423F-86EC-A3BFDA239D0C}" srcOrd="0" destOrd="0" presId="urn:microsoft.com/office/officeart/2008/layout/LinedList"/>
    <dgm:cxn modelId="{4FF5E6C3-98E1-4920-87E5-6F8C72E303B2}" type="presParOf" srcId="{79E5A5D0-4B7B-4D34-9587-0E6FF8B7B903}" destId="{EB3A72B4-4E9A-49F9-A285-339DEC1946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D1A75-E505-4A09-B95F-F17E94C42707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B5FC0-E180-4D96-AD58-81BB8DF5249E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Réalisation d’une carte électronique didactique.</a:t>
          </a:r>
        </a:p>
      </dsp:txBody>
      <dsp:txXfrm>
        <a:off x="0" y="0"/>
        <a:ext cx="6949440" cy="1446659"/>
      </dsp:txXfrm>
    </dsp:sp>
    <dsp:sp modelId="{627AA31C-CF21-4931-8C75-674327171600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070FA-8846-400B-991F-F20FD78C779E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/>
            <a:t>Intégrer</a:t>
          </a:r>
          <a:r>
            <a:rPr lang="en-US" sz="4000" kern="1200" dirty="0"/>
            <a:t> un </a:t>
          </a:r>
          <a:r>
            <a:rPr lang="en-US" sz="4000" kern="1200" dirty="0" err="1"/>
            <a:t>capteur</a:t>
          </a:r>
          <a:r>
            <a:rPr lang="en-US" sz="4000" kern="1200" dirty="0"/>
            <a:t> </a:t>
          </a:r>
          <a:r>
            <a:rPr lang="en-US" sz="4000" kern="1200" dirty="0" err="1"/>
            <a:t>analogique</a:t>
          </a:r>
          <a:r>
            <a:rPr lang="en-US" sz="4000" kern="1200" dirty="0"/>
            <a:t>.</a:t>
          </a:r>
        </a:p>
      </dsp:txBody>
      <dsp:txXfrm>
        <a:off x="0" y="1446659"/>
        <a:ext cx="6949440" cy="1446659"/>
      </dsp:txXfrm>
    </dsp:sp>
    <dsp:sp modelId="{E8836239-0562-47A5-A3D2-40130D13C7C3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D0F86-542F-4E67-9EF1-EA21CA6A2C41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Simuler un concept de la vie de tous les jours.</a:t>
          </a:r>
        </a:p>
      </dsp:txBody>
      <dsp:txXfrm>
        <a:off x="0" y="2893318"/>
        <a:ext cx="6949440" cy="1446659"/>
      </dsp:txXfrm>
    </dsp:sp>
    <dsp:sp modelId="{855846CF-48AF-48A9-AFE2-AFE97166B022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F0FD5-DE28-4291-B748-E6D24C6912BA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Générer du bruit manuellement.</a:t>
          </a:r>
        </a:p>
      </dsp:txBody>
      <dsp:txXfrm>
        <a:off x="0" y="4339978"/>
        <a:ext cx="6949440" cy="1446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16AEA-A7BE-4F4B-9A1F-E6FBB182E768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758D8-8D97-4574-A21D-C3A54E5A2FD3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Concevoir un conditionneur.</a:t>
          </a:r>
        </a:p>
      </dsp:txBody>
      <dsp:txXfrm>
        <a:off x="0" y="0"/>
        <a:ext cx="6949440" cy="1446659"/>
      </dsp:txXfrm>
    </dsp:sp>
    <dsp:sp modelId="{1B1CAD55-AFCB-453B-98A6-A9DD296BE05E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0EAA2-49A5-4929-9E11-57D755D7BD1B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Réaliser du bruit via un uC.</a:t>
          </a:r>
        </a:p>
      </dsp:txBody>
      <dsp:txXfrm>
        <a:off x="0" y="1446659"/>
        <a:ext cx="6949440" cy="1446659"/>
      </dsp:txXfrm>
    </dsp:sp>
    <dsp:sp modelId="{F6DBB446-FF4A-434A-8DA4-77D2982C7C4F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38535-2E30-4324-9C54-0CAC59E44158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Conception d’une schématique.</a:t>
          </a:r>
        </a:p>
      </dsp:txBody>
      <dsp:txXfrm>
        <a:off x="0" y="2893318"/>
        <a:ext cx="6949440" cy="1446659"/>
      </dsp:txXfrm>
    </dsp:sp>
    <dsp:sp modelId="{48DBE846-5841-4F2D-AD3F-6E6B00DC138F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BD493-0560-4852-AF86-00501B53F55E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Conception d’un PCB.</a:t>
          </a:r>
        </a:p>
      </dsp:txBody>
      <dsp:txXfrm>
        <a:off x="0" y="4339978"/>
        <a:ext cx="6949440" cy="14466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8F0FCA-0736-4C6F-AD44-E993F0F66801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FC9DC-BA51-4504-BF27-296AF96694CE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Changer de capteur de lumière</a:t>
          </a:r>
        </a:p>
      </dsp:txBody>
      <dsp:txXfrm>
        <a:off x="0" y="0"/>
        <a:ext cx="6949440" cy="1446659"/>
      </dsp:txXfrm>
    </dsp:sp>
    <dsp:sp modelId="{9CF3B566-BA48-4A2B-90A4-60D31D8486DE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9179C-4BA5-4F41-8221-6D2E5C7493C4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/>
            <a:t>Méthode</a:t>
          </a:r>
          <a:r>
            <a:rPr lang="en-US" sz="4000" kern="1200" dirty="0"/>
            <a:t> pour la </a:t>
          </a:r>
          <a:r>
            <a:rPr lang="en-US" sz="4000" kern="1200" dirty="0" err="1"/>
            <a:t>génération</a:t>
          </a:r>
          <a:r>
            <a:rPr lang="en-US" sz="4000" kern="1200" dirty="0"/>
            <a:t> du bruit</a:t>
          </a:r>
        </a:p>
      </dsp:txBody>
      <dsp:txXfrm>
        <a:off x="0" y="1446659"/>
        <a:ext cx="6949440" cy="1446659"/>
      </dsp:txXfrm>
    </dsp:sp>
    <dsp:sp modelId="{3854E498-77EF-469A-AA46-D5C1D8A73CF6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29155-70AA-4239-A54B-97090B1F9C0A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/>
            <a:t>Ajout</a:t>
          </a:r>
          <a:r>
            <a:rPr lang="en-US" sz="4000" kern="1200"/>
            <a:t> d’un deuxième </a:t>
          </a:r>
          <a:r>
            <a:rPr lang="en-US" sz="4000" kern="1200" dirty="0" err="1"/>
            <a:t>capteur</a:t>
          </a:r>
          <a:r>
            <a:rPr lang="en-US" sz="4000" kern="1200" dirty="0"/>
            <a:t>.</a:t>
          </a:r>
        </a:p>
      </dsp:txBody>
      <dsp:txXfrm>
        <a:off x="0" y="2893318"/>
        <a:ext cx="6949440" cy="1446659"/>
      </dsp:txXfrm>
    </dsp:sp>
    <dsp:sp modelId="{7F7B11AD-6B0D-4143-92DE-6A76A6086863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949A6-41E5-423F-86EC-A3BFDA239D0C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Inverser la soustraction entre les capteurs</a:t>
          </a:r>
        </a:p>
      </dsp:txBody>
      <dsp:txXfrm>
        <a:off x="0" y="4339978"/>
        <a:ext cx="6949440" cy="1446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2:10.5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286 0,'1973'0,"-4211"0,4228 0,-4001 0,3907 0,-1874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2:35.4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156 0,'684'0,"-1523"0,2228 0,-2398 0,987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2:46.61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1155 0,'-1155'0,"2784"0,-2793 0,1148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2:51.0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218 0,'-218'0,"2305"0,-2066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2:57.3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697 0,'-697'0,"3232"0,-2514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3:09.3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1,'1277'0,"-2260"0,965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3:15.2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58 1,'-52'0,"46"0,34 0,1150 0,-1167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3:19.2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0,'1108'0,"-1087"0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3:22.4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0,'557'0,"-538"0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3:29.0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257 0,'-257'0,"640"0,-361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6T06:53:33.7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140 0,'-97'0,"60"0,32 0,14 0,373 0,-360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4E2B0-0FB9-46A2-9602-4F8C0B8E8B59}" type="datetimeFigureOut">
              <a:rPr lang="fr-CH" smtClean="0"/>
              <a:t>12.06.2025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D2D51-E3AD-4585-B79E-F4C986E68E7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848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Alertes Infos!</a:t>
            </a:r>
          </a:p>
          <a:p>
            <a:r>
              <a:rPr lang="fr-CH" dirty="0"/>
              <a:t>Des nouveautés concernant l’affaire Jack The </a:t>
            </a:r>
            <a:r>
              <a:rPr lang="fr-CH" dirty="0" err="1"/>
              <a:t>Reaper</a:t>
            </a:r>
            <a:r>
              <a:rPr lang="fr-CH" dirty="0"/>
              <a:t>.</a:t>
            </a:r>
            <a:br>
              <a:rPr lang="fr-CH" dirty="0"/>
            </a:br>
            <a:r>
              <a:rPr lang="fr-CH" dirty="0"/>
              <a:t>Il aurait été aperçu dans les rues de Londres juste après avoir commis son 5</a:t>
            </a:r>
            <a:r>
              <a:rPr lang="fr-CH" baseline="30000" dirty="0"/>
              <a:t>ème</a:t>
            </a:r>
            <a:r>
              <a:rPr lang="fr-CH" dirty="0"/>
              <a:t> meurtre.</a:t>
            </a:r>
            <a:br>
              <a:rPr lang="fr-CH" dirty="0"/>
            </a:br>
            <a:r>
              <a:rPr lang="fr-CH" dirty="0"/>
              <a:t>Cependant, l’éclairage publique était défaillant en scintillant fortement ce qui a permis au meurtrier de s’enfuir.</a:t>
            </a:r>
            <a:br>
              <a:rPr lang="fr-CH" dirty="0"/>
            </a:br>
            <a:r>
              <a:rPr lang="fr-CH" dirty="0"/>
              <a:t>Comment un éclairage public peut fonctionner de cette sorte. Comment améliorer ceux-ci pour que sérénité et confiance règne dans les rues le soir et la nuit?</a:t>
            </a:r>
            <a:br>
              <a:rPr lang="fr-CH" dirty="0"/>
            </a:br>
            <a:r>
              <a:rPr lang="fr-CH" dirty="0"/>
              <a:t>Nous allons voir tout ceci avec une proposition de </a:t>
            </a:r>
            <a:r>
              <a:rPr lang="fr-CH" dirty="0" err="1"/>
              <a:t>M.Pittet</a:t>
            </a:r>
            <a:r>
              <a:rPr lang="fr-CH" dirty="0"/>
              <a:t> expert en électronique.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6312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Capteur lumière : </a:t>
            </a:r>
            <a:r>
              <a:rPr lang="fr-CH" dirty="0" err="1"/>
              <a:t>LDRs</a:t>
            </a:r>
            <a:r>
              <a:rPr lang="fr-CH" dirty="0"/>
              <a:t> trop polluant avec du Cadmium.</a:t>
            </a:r>
            <a:br>
              <a:rPr lang="fr-CH" dirty="0"/>
            </a:br>
            <a:r>
              <a:rPr lang="fr-CH" dirty="0"/>
              <a:t>Bruit : LSFR (Bruit numérique par pseudo-aléatoire) / PWM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0439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68042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2188-1869-BADA-F9A3-5AFA2793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5E33AC-F3CA-E358-9187-706730CBC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39860F-9A60-F6D4-5789-E05236B8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AE3440-59FC-95FF-AD23-4E373C923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9987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A4E5-E486-D577-41F3-ED62C97D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1F46ED-5D63-1248-76EE-54F4D1EA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9E58F6-E2A5-970D-C5A5-4CE84A94D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5F7D8F-2598-9C74-9864-11D6C8A6F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2411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3338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A50E1-6610-32FD-59CE-29C75517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4564B7-F2FF-D80F-14B2-85B19305A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B15502-2766-910A-94A7-C43C60554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533C14-C451-AF2D-081C-E1573300B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36363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6928-F3CF-EEB3-F5E6-74276114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73BBE1-B2D5-A08E-E678-1672222B6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35A747-5C0B-CBD7-D407-D0309BC5D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EA7517-EF6D-B65E-3512-13C7E66D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00989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E50A-9342-CD51-D91C-5E8AA341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34B084-BFFD-81F3-09D9-EE580FD87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E689CE-4256-10A5-B296-D9899BBA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D7BD6B-BCDE-DA51-F50E-62EE4596A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9526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0B6F-20A0-2680-71B9-D78DFB75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202EBE-7F03-F8EA-49FA-B78EFAE45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B46CF8-AD4B-861E-E550-455873FCA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CD10C2-A49F-718E-8E54-ED42B2082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4922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2FCF-2290-1393-5E95-F723A49C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811351-5FAF-AB3B-FD94-D0DC7BDF7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22BB85-B8C5-3408-E726-CE5936C8D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BDD115-23AA-1FA6-CCEB-C9D7C95AF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30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1267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8916-FEC8-B66A-085E-EF6DFD17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D94766-09B3-95F4-6929-93D427446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FCC466-D960-B1FC-C5B4-D772A3292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2C42EC-2081-88CD-E024-DC2087E8D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31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0277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B0E99-9D84-6159-2284-9613BA3B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5C67417-3970-ED14-8974-B429B86A2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770AC0-F3F8-9D07-766E-4ECCFDDD7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FA8206-3CC6-7EE1-25CA-52C10C317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32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88184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Alertes Info!</a:t>
            </a:r>
            <a:br>
              <a:rPr lang="fr-CH" dirty="0"/>
            </a:br>
            <a:r>
              <a:rPr lang="fr-CH" dirty="0"/>
              <a:t>Des nouveautés concernant l’affaire Jack The </a:t>
            </a:r>
            <a:r>
              <a:rPr lang="fr-CH" dirty="0" err="1"/>
              <a:t>Reaper</a:t>
            </a:r>
            <a:r>
              <a:rPr lang="fr-CH" dirty="0"/>
              <a:t>!</a:t>
            </a:r>
            <a:br>
              <a:rPr lang="fr-CH" dirty="0"/>
            </a:br>
            <a:r>
              <a:rPr lang="fr-CH" dirty="0"/>
              <a:t>Il aurait été interpellé hier dans la nuit aux alentours de 2h du matin.</a:t>
            </a:r>
            <a:br>
              <a:rPr lang="fr-CH" dirty="0"/>
            </a:br>
            <a:r>
              <a:rPr lang="fr-CH" dirty="0"/>
              <a:t>En effet, la police a pu débarquer à temps pour éviter un nouveau meurtre. Cependant la victime est fortement blessé mais est vivante.</a:t>
            </a:r>
            <a:br>
              <a:rPr lang="fr-CH" dirty="0"/>
            </a:br>
            <a:r>
              <a:rPr lang="fr-CH" dirty="0"/>
              <a:t>Les policiers ont remarqué une luminosité étonnamment bonne. </a:t>
            </a:r>
            <a:br>
              <a:rPr lang="fr-CH" dirty="0"/>
            </a:br>
            <a:r>
              <a:rPr lang="fr-CH" dirty="0"/>
              <a:t>Nous remercions donc </a:t>
            </a:r>
            <a:r>
              <a:rPr lang="fr-CH" dirty="0" err="1"/>
              <a:t>M.Pittet</a:t>
            </a:r>
            <a:r>
              <a:rPr lang="fr-CH" dirty="0"/>
              <a:t> expert en électronique d’avoir pu résoudre de problème d’éclairage publique.</a:t>
            </a:r>
            <a:br>
              <a:rPr lang="fr-CH" dirty="0"/>
            </a:br>
            <a:r>
              <a:rPr lang="fr-CH" dirty="0"/>
              <a:t>La sérénité et la confiance reviendra dans les rues de Londres ces prochaines semaines.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2D51-E3AD-4585-B79E-F4C986E68E7E}" type="slidenum">
              <a:rPr lang="fr-CH" smtClean="0"/>
              <a:t>35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5656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01B10-ACE3-02E1-CC94-7F8805DFF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666BAD-FE31-55CE-0556-A934921A9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29005D-2192-5883-EB82-1F26E476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509494-E217-BBE6-F4B5-A5A7ACA7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D99696-82B4-B284-8ACB-421CA34C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4838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83BA0-09F4-8878-603C-95634770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B74AA5-7102-C1C3-3F0D-60A669462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937F61-CDA2-096F-3F41-D845CA73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9BA110-4FB0-054B-5D97-80574272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078E5B-FDFC-F0BF-126C-C68A487B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15830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65E88-F8FD-B808-22E5-DEE2C3D8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F2408A-AA68-E5FF-733F-CB45F3BA6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63FF9E-4714-1F90-1007-B8F02E78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4D498-E228-22B3-A55D-0558E1E8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D3DCCC-F880-5A5D-610A-9E2BCC4B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631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3A23B-1210-77F2-6636-17E1BC38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048F9-76E5-0950-A37E-BF1C553F1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4232E7-C520-918B-69DD-08689D796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046E98-7668-D07E-AEFA-4EF123DB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EC40E2-5892-072D-2F4E-DD7082FA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00E61F-D9EA-EBAE-E2A0-BBA3D70D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8373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5516B-1905-F86A-34E0-D7139C7A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BEAB44-B0C1-72D5-F6D8-EDBAC56C8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145B2A-FE04-A4E9-9A29-A6F17D37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8A2D32-C8F1-FEEF-F3AB-2B7406755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31A0B8-AA75-774B-4658-1EA3C0E97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CE8998-5FE2-815D-1426-9F047F40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E534266-3D99-2956-ECA5-D64B50B8D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3EC4235-AFE9-8FD6-5DB1-C938F26B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3301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9D9BA-9F92-E9BB-96A5-DD21EA90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D7752B-731C-90F3-91F8-9608F76D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52F95B-8B94-3BC0-3E2C-ED2B7B66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B07D927-D87E-BF86-E847-4936666B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083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8A1A7D-431C-3ECF-0BA9-64E4B777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801983-D79B-C819-7E16-C6C589A9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4C62A-7AFC-098E-F855-8DE241D7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75901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A626A-B2C8-25DD-A89F-6D17031B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C3D0E1-FF6A-2B92-2273-9D1354911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D6C790-51FC-00BD-0007-74842847C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6D6051-069C-62A2-5403-16E2F2B4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F18F12-D040-31EC-2BD4-7C294A47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FB734B-E6DD-C887-47FC-C51A026D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2173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5837D-A842-1267-FAF6-D7566048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DBB19A-3971-E031-35A2-E0052A027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204F85-EB27-17E7-8C5C-F9FE2FB20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A5E4AB-10BD-2740-4C2F-BBB46772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8BA8BB-DB10-33C6-1F29-89FB94ED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42649E-FB0E-228D-FA03-9751E795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02736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4770C-B104-3967-F4BA-4D260F87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7068C1-30D2-4EA3-4A06-00FB78CDB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85BF26-DBFB-5EE1-4C58-52E7AA30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6F221-5B28-E968-D199-C2D2AECB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813FE3-72BC-9310-1F9D-D0AEAC30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4577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EEF4AB-1BD7-0390-8FA2-D1061E96E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D4B591-9445-6FC2-AC8D-29B8D225F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8B7A3F-BACE-6E98-9993-CFA36651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D45CE1-2B5F-BD2E-EE3A-2426670C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DDB2BB-D24E-D322-EF6D-218342B1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1235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980F287-DB46-FC0E-80E0-A21219D1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994925-C493-3492-CB6B-04FB5769F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B9C457-957A-42EB-3B60-B7CE14D5F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8AB93-99F9-4E6D-8709-E6BECA3D627A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09D84E-9BEB-5C71-8138-76C0AEC6A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CH"/>
              <a:t>EMF / NOM Prénom / Data &lt;-- à modifier partout avec Insertion -&gt; En-tête/Pied -&gt; Pied de page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C9FF9E-D611-07F9-86DE-5458F0725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94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5.png"/><Relationship Id="rId18" Type="http://schemas.openxmlformats.org/officeDocument/2006/relationships/customXml" Target="../ink/ink8.xml"/><Relationship Id="rId3" Type="http://schemas.openxmlformats.org/officeDocument/2006/relationships/image" Target="../media/image20.png"/><Relationship Id="rId21" Type="http://schemas.openxmlformats.org/officeDocument/2006/relationships/image" Target="../media/image29.png"/><Relationship Id="rId7" Type="http://schemas.openxmlformats.org/officeDocument/2006/relationships/image" Target="../media/image22.png"/><Relationship Id="rId12" Type="http://schemas.openxmlformats.org/officeDocument/2006/relationships/customXml" Target="../ink/ink5.xml"/><Relationship Id="rId17" Type="http://schemas.openxmlformats.org/officeDocument/2006/relationships/image" Target="../media/image27.png"/><Relationship Id="rId25" Type="http://schemas.openxmlformats.org/officeDocument/2006/relationships/image" Target="../media/image31.png"/><Relationship Id="rId2" Type="http://schemas.openxmlformats.org/officeDocument/2006/relationships/image" Target="../media/image18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4.png"/><Relationship Id="rId24" Type="http://schemas.openxmlformats.org/officeDocument/2006/relationships/customXml" Target="../ink/ink11.xml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0.png"/><Relationship Id="rId10" Type="http://schemas.openxmlformats.org/officeDocument/2006/relationships/customXml" Target="../ink/ink4.xml"/><Relationship Id="rId19" Type="http://schemas.openxmlformats.org/officeDocument/2006/relationships/image" Target="../media/image28.png"/><Relationship Id="rId4" Type="http://schemas.openxmlformats.org/officeDocument/2006/relationships/customXml" Target="../ink/ink1.xml"/><Relationship Id="rId9" Type="http://schemas.openxmlformats.org/officeDocument/2006/relationships/image" Target="../media/image23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850CF-ADF0-1E47-7BF0-74432AD9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3600" dirty="0"/>
          </a:p>
        </p:txBody>
      </p:sp>
      <p:pic>
        <p:nvPicPr>
          <p:cNvPr id="18" name="lampadaire_scintillant_jack_15s">
            <a:hlinkClick r:id="" action="ppaction://media"/>
            <a:extLst>
              <a:ext uri="{FF2B5EF4-FFF2-40B4-BE49-F238E27FC236}">
                <a16:creationId xmlns:a16="http://schemas.microsoft.com/office/drawing/2014/main" id="{59214B1C-2BA9-4679-AB41-39D8A9286E2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2709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A8432-2F95-46C5-A228-DB4E32EEF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90924"/>
            <a:ext cx="3816095" cy="1938076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Carte </a:t>
            </a:r>
            <a:r>
              <a:rPr lang="en-US" sz="3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Electronique</a:t>
            </a: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didactique</a:t>
            </a: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pour Module E213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4099C-0580-4565-9598-C4E0DD3EA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36962"/>
            <a:ext cx="3816096" cy="369437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EMF / Ecole des Métiers / </a:t>
            </a:r>
            <a:r>
              <a:rPr lang="en-US" sz="2000" dirty="0" err="1"/>
              <a:t>Berufsfachschule</a:t>
            </a:r>
            <a:r>
              <a:rPr lang="en-US" sz="2000" dirty="0"/>
              <a:t> – Fribourg</a:t>
            </a:r>
            <a:br>
              <a:rPr lang="en-US" sz="2000" dirty="0"/>
            </a:br>
            <a:r>
              <a:rPr lang="en-US" sz="2000" dirty="0"/>
              <a:t>Pittet Loïc</a:t>
            </a:r>
            <a:br>
              <a:rPr lang="en-US" sz="2000" dirty="0"/>
            </a:br>
            <a:r>
              <a:rPr lang="en-US" sz="2000" dirty="0" err="1"/>
              <a:t>Candidat</a:t>
            </a:r>
            <a:r>
              <a:rPr lang="en-US" sz="2000" dirty="0"/>
              <a:t> </a:t>
            </a:r>
            <a:r>
              <a:rPr lang="en-US" sz="2000" dirty="0" err="1"/>
              <a:t>Electrocicien</a:t>
            </a:r>
            <a:r>
              <a:rPr lang="en-US" sz="2000" dirty="0"/>
              <a:t> CFC</a:t>
            </a:r>
            <a:br>
              <a:rPr lang="en-US" sz="2000" dirty="0"/>
            </a:br>
            <a:r>
              <a:rPr lang="en-US" sz="2000" dirty="0"/>
              <a:t>TPI 2024 / 2025</a:t>
            </a:r>
          </a:p>
        </p:txBody>
      </p:sp>
      <p:pic>
        <p:nvPicPr>
          <p:cNvPr id="9" name="Image 8" descr="Une image contenant circuit, Ingénierie électronique, Composant électronique, Composant de circuit&#10;&#10;Le contenu généré par l’IA peut être incorrect.">
            <a:extLst>
              <a:ext uri="{FF2B5EF4-FFF2-40B4-BE49-F238E27FC236}">
                <a16:creationId xmlns:a16="http://schemas.microsoft.com/office/drawing/2014/main" id="{E5066CB5-7A2C-0784-E8A8-72444AE57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7" r="-1" b="7179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61174DA-7E98-4394-9B6A-5EB05388E0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81" b="9036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39643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4FE29-82FC-41D2-8D6D-BE100D22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en-US" dirty="0" err="1">
                <a:cs typeface="Calibri Light"/>
              </a:rPr>
              <a:t>Déroulement</a:t>
            </a:r>
            <a:r>
              <a:rPr lang="en-US" dirty="0">
                <a:cs typeface="Calibri Light"/>
              </a:rPr>
              <a:t> de </a:t>
            </a:r>
            <a:r>
              <a:rPr lang="en-US" dirty="0" err="1">
                <a:cs typeface="Calibri Light"/>
              </a:rPr>
              <a:t>cette</a:t>
            </a:r>
            <a:r>
              <a:rPr lang="en-US" dirty="0">
                <a:cs typeface="Calibri Light"/>
              </a:rPr>
              <a:t> </a:t>
            </a:r>
            <a:r>
              <a:rPr lang="en-US" dirty="0" err="1">
                <a:cs typeface="Calibri Light"/>
              </a:rPr>
              <a:t>présentation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5A40-D53B-4B41-8535-1199FFE0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Objectif du </a:t>
            </a:r>
            <a:r>
              <a:rPr lang="en-US" dirty="0" err="1">
                <a:cs typeface="Calibri"/>
              </a:rPr>
              <a:t>projet</a:t>
            </a:r>
            <a:r>
              <a:rPr lang="en-US" dirty="0">
                <a:cs typeface="Calibri"/>
              </a:rPr>
              <a:t>?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>
                <a:cs typeface="Calibri"/>
              </a:rPr>
              <a:t>Plannification</a:t>
            </a:r>
            <a:r>
              <a:rPr lang="en-US" dirty="0">
                <a:cs typeface="Calibri"/>
              </a:rPr>
              <a:t> </a:t>
            </a:r>
          </a:p>
          <a:p>
            <a:pPr marL="514350" indent="-514350">
              <a:buAutoNum type="arabicPeriod"/>
            </a:pPr>
            <a:r>
              <a:rPr lang="en-US" dirty="0" err="1">
                <a:cs typeface="Calibri"/>
              </a:rPr>
              <a:t>Décision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prise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lors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ce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projet</a:t>
            </a:r>
            <a:r>
              <a:rPr lang="en-US" dirty="0">
                <a:cs typeface="Calibri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err="1">
                <a:cs typeface="Calibri"/>
              </a:rPr>
              <a:t>Réalisation</a:t>
            </a:r>
            <a:endParaRPr lang="en-US" dirty="0"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800" dirty="0" err="1">
                <a:cs typeface="Calibri"/>
              </a:rPr>
              <a:t>Schématique</a:t>
            </a:r>
            <a:endParaRPr lang="en-US" sz="2800" dirty="0"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Calibri"/>
              </a:rPr>
              <a:t>PCB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cs typeface="Calibri"/>
              </a:rPr>
              <a:t>Firmware</a:t>
            </a:r>
          </a:p>
          <a:p>
            <a:pPr marL="514350" indent="-514350">
              <a:buAutoNum type="arabicPeriod"/>
            </a:pPr>
            <a:r>
              <a:rPr lang="en-US" dirty="0" err="1">
                <a:cs typeface="Calibri"/>
              </a:rPr>
              <a:t>Contrôle</a:t>
            </a:r>
            <a:endParaRPr lang="en-US" dirty="0">
              <a:cs typeface="Calibri"/>
            </a:endParaRP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Evaluation</a:t>
            </a:r>
          </a:p>
          <a:p>
            <a:pPr marL="0" indent="0">
              <a:buNone/>
            </a:pPr>
            <a:endParaRPr lang="en-US" sz="1800" dirty="0">
              <a:cs typeface="Calibri"/>
            </a:endParaRPr>
          </a:p>
          <a:p>
            <a:endParaRPr lang="en-US" sz="1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7331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8AD32-A87D-4B0F-9825-75A5CEFE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1. Information: Objectifs du projet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819071-E338-DC08-66DB-12AACCD17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72039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26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8AD32-A87D-4B0F-9825-75A5CEFE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1. Information: Tâches à réaliser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5E9C1B-51F4-5482-39A8-E97BF58A3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17192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237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03349-6865-4E73-840F-9091048D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lang="en-US" sz="5400" dirty="0">
                <a:cs typeface="Calibri Light"/>
              </a:rPr>
              <a:t>2. </a:t>
            </a:r>
            <a:r>
              <a:rPr lang="en-US" sz="5400" dirty="0" err="1">
                <a:cs typeface="Calibri Light"/>
              </a:rPr>
              <a:t>Plannification</a:t>
            </a:r>
            <a:endParaRPr lang="en-US" sz="5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04ED70-52C9-B02A-A1DA-0F60ADFF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931" y="435216"/>
            <a:ext cx="5471160" cy="356993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62B3DF8-0740-F06A-2624-290E3940A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09" y="435216"/>
            <a:ext cx="5974780" cy="3569931"/>
          </a:xfrm>
          <a:prstGeom prst="rect">
            <a:avLst/>
          </a:pr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EB33-AE95-4DF5-826A-CFABC91E4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9" y="4440365"/>
            <a:ext cx="6214871" cy="172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br>
              <a:rPr lang="en-US" sz="2200" dirty="0">
                <a:cs typeface="Calibri"/>
              </a:rPr>
            </a:br>
            <a:endParaRPr lang="en-US" sz="2200" dirty="0">
              <a:cs typeface="Calibri"/>
            </a:endParaRPr>
          </a:p>
          <a:p>
            <a:endParaRPr lang="en-US" sz="2200" dirty="0">
              <a:cs typeface="Calibri"/>
            </a:endParaRPr>
          </a:p>
          <a:p>
            <a:endParaRPr lang="en-US" sz="2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324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A0770-2757-43C4-BC27-1A5831E8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3. Décision: les plus importantes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93D482-3B61-1226-2797-D1C9B8D28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0834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0656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469F1-55BF-4783-86EA-E0771D8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>
                <a:cs typeface="Calibri Light"/>
              </a:rPr>
              <a:t>4. Réalisation: Schéma bloc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D6A246DD-71C8-23EB-AFEE-D41773EE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5" name="Espace réservé du contenu 4" descr="Une image contenant diagramme, texte, Dessin technique, Plan&#10;&#10;Le contenu généré par l’IA peut être incorrect.">
            <a:extLst>
              <a:ext uri="{FF2B5EF4-FFF2-40B4-BE49-F238E27FC236}">
                <a16:creationId xmlns:a16="http://schemas.microsoft.com/office/drawing/2014/main" id="{2BD396A7-E81A-D22B-8EC4-0B21EEB1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58882"/>
            <a:ext cx="6903720" cy="554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3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69F1-55BF-4783-86EA-E0771D8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82" y="120282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cs typeface="Calibri Light"/>
              </a:rPr>
              <a:t>4.1 </a:t>
            </a:r>
            <a:r>
              <a:rPr lang="en-US" sz="3200" dirty="0" err="1">
                <a:cs typeface="Calibri Light"/>
              </a:rPr>
              <a:t>Réalisation</a:t>
            </a:r>
            <a:r>
              <a:rPr lang="en-US" sz="3200" dirty="0">
                <a:cs typeface="Calibri Light"/>
              </a:rPr>
              <a:t>: </a:t>
            </a:r>
            <a:r>
              <a:rPr lang="en-US" sz="3200" dirty="0" err="1">
                <a:cs typeface="Calibri Light"/>
              </a:rPr>
              <a:t>Schématique</a:t>
            </a:r>
            <a:r>
              <a:rPr lang="en-US" sz="3200" dirty="0">
                <a:cs typeface="Calibri Light"/>
              </a:rPr>
              <a:t> </a:t>
            </a:r>
            <a:r>
              <a:rPr lang="en-US" sz="3200" dirty="0" err="1">
                <a:cs typeface="Calibri Light"/>
              </a:rPr>
              <a:t>Globale</a:t>
            </a:r>
            <a:endParaRPr lang="en-US" sz="3200" dirty="0">
              <a:cs typeface="Calibri Light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B7884011-6083-67F0-9E39-514829541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82" y="1187959"/>
            <a:ext cx="9754979" cy="543839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53A0A2DF-CDDE-C5B7-8DD0-3F49A0AC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78" y="1432559"/>
            <a:ext cx="3219900" cy="3119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3D70880-F517-B0CF-81D9-8E382DE43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2951"/>
            <a:ext cx="1992303" cy="306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83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69F1-55BF-4783-86EA-E0771D8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cs typeface="Calibri Light"/>
              </a:rPr>
              <a:t>4.1.1 Réalisation: Schématique Soustracteur</a:t>
            </a:r>
            <a:endParaRPr lang="en-US" sz="3200" dirty="0">
              <a:cs typeface="Calibri Light"/>
            </a:endParaRP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01E9C10D-4D48-C6F3-95DF-011656E33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endParaRPr lang="en-US" sz="2000"/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Image 5" descr="Une image contenant texte, Police, blanc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8D6D4C25-A1EF-A581-1F69-9130E05B3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72" y="2790582"/>
            <a:ext cx="2896142" cy="127683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D94EFA6-C684-F9B7-6BF2-1B989A28C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761" y="385755"/>
            <a:ext cx="6282791" cy="608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1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7DA9-1FF6-58AE-2ECB-BD452187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2180-ABE5-4DA4-DBEB-BE49D0833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82" y="120282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cs typeface="Calibri Light"/>
              </a:rPr>
              <a:t>4.1 </a:t>
            </a:r>
            <a:r>
              <a:rPr lang="en-US" sz="3200" dirty="0" err="1">
                <a:cs typeface="Calibri Light"/>
              </a:rPr>
              <a:t>Réalisation</a:t>
            </a:r>
            <a:r>
              <a:rPr lang="en-US" sz="3200" dirty="0">
                <a:cs typeface="Calibri Light"/>
              </a:rPr>
              <a:t>: </a:t>
            </a:r>
            <a:r>
              <a:rPr lang="en-US" sz="3200" dirty="0" err="1">
                <a:cs typeface="Calibri Light"/>
              </a:rPr>
              <a:t>Schématique</a:t>
            </a:r>
            <a:r>
              <a:rPr lang="en-US" sz="3200" dirty="0">
                <a:cs typeface="Calibri Light"/>
              </a:rPr>
              <a:t> </a:t>
            </a:r>
            <a:r>
              <a:rPr lang="en-US" sz="3200" dirty="0" err="1">
                <a:cs typeface="Calibri Light"/>
              </a:rPr>
              <a:t>Globale</a:t>
            </a:r>
            <a:endParaRPr lang="en-US" sz="3200" dirty="0">
              <a:cs typeface="Calibri Light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98FDACA-5338-38DA-42F0-39C4DCDE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82" y="1187959"/>
            <a:ext cx="9754979" cy="54383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65F904A-1535-2C7F-DD51-96458240B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78" y="1432559"/>
            <a:ext cx="3219900" cy="3119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13DD8CA-3FA7-E366-AE65-EE3D3E960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2951"/>
            <a:ext cx="1992303" cy="306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59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69F1-55BF-4783-86EA-E0771D8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cs typeface="Calibri Light"/>
              </a:rPr>
              <a:t>4.1.2 Réalisation: Schématique Additionneur</a:t>
            </a:r>
            <a:endParaRPr lang="en-US" sz="3200" dirty="0">
              <a:cs typeface="Calibri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DBE202-74DE-00E9-8353-B1691CB77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endParaRPr lang="en-US" sz="20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5DE12D7-1090-8A7A-E17E-2956DCE41D79}"/>
                  </a:ext>
                </a:extLst>
              </p:cNvPr>
              <p:cNvSpPr txBox="1"/>
              <p:nvPr/>
            </p:nvSpPr>
            <p:spPr>
              <a:xfrm>
                <a:off x="74596" y="3429000"/>
                <a:ext cx="6097604" cy="905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fr-CH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𝐺𝑣</m:t>
                            </m:r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CH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H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CH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CH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fr-CH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CH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CH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H" i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r>
                                  <a:rPr lang="fr-CH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H" i="1"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num>
                              <m:den>
                                <m:r>
                                  <a:rPr lang="fr-CH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  <m:r>
                                  <a:rPr lang="fr-CH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H" i="1"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den>
                            </m:f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=−0.4545</m:t>
                            </m:r>
                          </m:e>
                        </m:mr>
                        <m:mr>
                          <m:e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−5</m:t>
                            </m:r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𝐺𝑣</m:t>
                            </m:r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=−5</m:t>
                            </m:r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fr-CH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CH" i="0">
                                    <a:latin typeface="Cambria Math" panose="02040503050406030204" pitchFamily="18" charset="0"/>
                                  </a:rPr>
                                  <m:t>−0.4545</m:t>
                                </m:r>
                              </m:e>
                            </m:d>
                            <m:r>
                              <a:rPr lang="fr-CH" i="0">
                                <a:latin typeface="Cambria Math" panose="02040503050406030204" pitchFamily="18" charset="0"/>
                              </a:rPr>
                              <m:t>=2.2727</m:t>
                            </m:r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mr>
                      </m:m>
                    </m:oMath>
                  </m:oMathPara>
                </a14:m>
                <a:endParaRPr lang="fr-CH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5DE12D7-1090-8A7A-E17E-2956DCE41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" y="3429000"/>
                <a:ext cx="6097604" cy="905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E2CA82E1-F17B-B7D2-976D-F3F91AD34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461" y="477036"/>
            <a:ext cx="3832053" cy="590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59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B0EB-439C-52C8-5D35-F72AAF45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B557-7CE3-C05F-7704-EB510DEB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82" y="120282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cs typeface="Calibri Light"/>
              </a:rPr>
              <a:t>4.1 </a:t>
            </a:r>
            <a:r>
              <a:rPr lang="en-US" sz="3200" dirty="0" err="1">
                <a:cs typeface="Calibri Light"/>
              </a:rPr>
              <a:t>Réalisation</a:t>
            </a:r>
            <a:r>
              <a:rPr lang="en-US" sz="3200" dirty="0">
                <a:cs typeface="Calibri Light"/>
              </a:rPr>
              <a:t>: </a:t>
            </a:r>
            <a:r>
              <a:rPr lang="en-US" sz="3200" dirty="0" err="1">
                <a:cs typeface="Calibri Light"/>
              </a:rPr>
              <a:t>Schématique</a:t>
            </a:r>
            <a:r>
              <a:rPr lang="en-US" sz="3200" dirty="0">
                <a:cs typeface="Calibri Light"/>
              </a:rPr>
              <a:t> </a:t>
            </a:r>
            <a:r>
              <a:rPr lang="en-US" sz="3200" dirty="0" err="1">
                <a:cs typeface="Calibri Light"/>
              </a:rPr>
              <a:t>Globale</a:t>
            </a:r>
            <a:endParaRPr lang="en-US" sz="3200" dirty="0">
              <a:cs typeface="Calibri Light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2A3E0CE-D1C6-D556-376D-184EE309D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82" y="1187959"/>
            <a:ext cx="9754979" cy="54383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6DBCF9E-095B-BF84-BE62-450F48DFB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78" y="1432559"/>
            <a:ext cx="3219900" cy="3119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A989BAA-0443-32FE-DD9C-F7CBC1E2F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2951"/>
            <a:ext cx="1992303" cy="306948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BBF2FCE-B022-9DB4-0586-C91F66208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725" y="4631172"/>
            <a:ext cx="3051677" cy="204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96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3DA072D0-AC17-6953-6AB4-9ACB2DAB5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837" y="817589"/>
            <a:ext cx="2040994" cy="3144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A469F1-55BF-4783-86EA-E0771D8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cs typeface="Calibri Light"/>
              </a:rPr>
              <a:t>4.1.3 </a:t>
            </a:r>
            <a:r>
              <a:rPr lang="en-US" sz="3200" dirty="0" err="1">
                <a:cs typeface="Calibri Light"/>
              </a:rPr>
              <a:t>Réalisation</a:t>
            </a:r>
            <a:r>
              <a:rPr lang="en-US" sz="3200" dirty="0">
                <a:cs typeface="Calibri Light"/>
              </a:rPr>
              <a:t>: </a:t>
            </a:r>
            <a:r>
              <a:rPr lang="en-US" sz="3200" dirty="0" err="1">
                <a:cs typeface="Calibri Light"/>
              </a:rPr>
              <a:t>Schématique</a:t>
            </a:r>
            <a:r>
              <a:rPr lang="en-US" sz="3200" dirty="0">
                <a:cs typeface="Calibri Light"/>
              </a:rPr>
              <a:t> </a:t>
            </a:r>
            <a:r>
              <a:rPr lang="en-US" sz="3200" dirty="0" err="1">
                <a:cs typeface="Calibri Light"/>
              </a:rPr>
              <a:t>Générateur</a:t>
            </a:r>
            <a:r>
              <a:rPr lang="en-US" sz="3200" dirty="0">
                <a:cs typeface="Calibri Light"/>
              </a:rPr>
              <a:t> de Bruit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0E4359-C54F-18A5-A903-2B6D7DF20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endParaRPr lang="en-US" sz="20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Image 7" descr="Une image contenant texte, Police, reçu, blanc&#10;&#10;Le contenu généré par l’IA peut être incorrect.">
            <a:extLst>
              <a:ext uri="{FF2B5EF4-FFF2-40B4-BE49-F238E27FC236}">
                <a16:creationId xmlns:a16="http://schemas.microsoft.com/office/drawing/2014/main" id="{8867D131-21E9-915F-9867-61C786010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857" y="521208"/>
            <a:ext cx="3353168" cy="1356085"/>
          </a:xfrm>
          <a:prstGeom prst="rect">
            <a:avLst/>
          </a:prstGeom>
        </p:spPr>
      </p:pic>
      <p:pic>
        <p:nvPicPr>
          <p:cNvPr id="9" name="Image 8" descr="Une image contenant texte, Police, reçu, blanc&#10;&#10;Le contenu généré par l’IA peut être incorrect.">
            <a:extLst>
              <a:ext uri="{FF2B5EF4-FFF2-40B4-BE49-F238E27FC236}">
                <a16:creationId xmlns:a16="http://schemas.microsoft.com/office/drawing/2014/main" id="{6377FB2E-C352-47D6-3F5C-6B5A27078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618" y="4667556"/>
            <a:ext cx="3688638" cy="8371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51A9DAD-E03D-3685-4ECA-8619A2B69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651" y="2592580"/>
            <a:ext cx="5143618" cy="344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33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0B38-00D9-7A14-742B-327A98CA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20EE-5172-0E0C-E17D-77FF7A53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82" y="120282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cs typeface="Calibri Light"/>
              </a:rPr>
              <a:t>4.1 </a:t>
            </a:r>
            <a:r>
              <a:rPr lang="en-US" sz="3200" dirty="0" err="1">
                <a:cs typeface="Calibri Light"/>
              </a:rPr>
              <a:t>Réalisation</a:t>
            </a:r>
            <a:r>
              <a:rPr lang="en-US" sz="3200" dirty="0">
                <a:cs typeface="Calibri Light"/>
              </a:rPr>
              <a:t>: </a:t>
            </a:r>
            <a:r>
              <a:rPr lang="en-US" sz="3200" dirty="0" err="1">
                <a:cs typeface="Calibri Light"/>
              </a:rPr>
              <a:t>Schématique</a:t>
            </a:r>
            <a:r>
              <a:rPr lang="en-US" sz="3200" dirty="0">
                <a:cs typeface="Calibri Light"/>
              </a:rPr>
              <a:t> </a:t>
            </a:r>
            <a:r>
              <a:rPr lang="en-US" sz="3200" dirty="0" err="1">
                <a:cs typeface="Calibri Light"/>
              </a:rPr>
              <a:t>Globale</a:t>
            </a:r>
            <a:endParaRPr lang="en-US" sz="3200" dirty="0">
              <a:cs typeface="Calibri Light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E59E5FF-AAF7-1A60-329F-B139C1141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82" y="1187959"/>
            <a:ext cx="9754979" cy="54383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63236E-7D47-DE0F-9CED-D855D6962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78" y="1432559"/>
            <a:ext cx="3219900" cy="3119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9640284-3331-D0F6-FABD-5A363CC3F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875" y="1482951"/>
            <a:ext cx="1992303" cy="306948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34EFCA1-02A8-6C58-972B-A1EE1B698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678" y="1457754"/>
            <a:ext cx="3809983" cy="311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16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529F-E16D-F2E3-3199-F21ACB37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4.1.4 Réalisation: Schématique Comparateur Hystérèse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B4F6D5A-E27E-864D-4989-EB59F788C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7209" y="640080"/>
            <a:ext cx="6768790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99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147EA-81E0-E4EE-1C01-EA9D5254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cs typeface="Calibri Light"/>
              </a:rPr>
              <a:t>4.2.1 </a:t>
            </a:r>
            <a:r>
              <a:rPr lang="en-US" sz="4400" dirty="0" err="1">
                <a:cs typeface="Calibri Light"/>
              </a:rPr>
              <a:t>Réalisation</a:t>
            </a:r>
            <a:r>
              <a:rPr lang="en-US" sz="4400" dirty="0">
                <a:cs typeface="Calibri Light"/>
              </a:rPr>
              <a:t>: PCB </a:t>
            </a:r>
            <a:r>
              <a:rPr lang="en-US" sz="4400" dirty="0" err="1">
                <a:cs typeface="Calibri Light"/>
              </a:rPr>
              <a:t>Routage</a:t>
            </a:r>
            <a:endParaRPr lang="fr-CH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2E13703-F1A6-C5B9-DE2E-78AA6BA78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12665" y="1907106"/>
            <a:ext cx="5497923" cy="34766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FDEE1C2-D469-6A0F-BCD8-73B73D942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84" y="1916255"/>
            <a:ext cx="5497923" cy="34675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93F388E-85F1-1402-DDC6-E1CF84599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2873486"/>
            <a:ext cx="2245875" cy="138110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3C973E1-C31C-5387-5FA4-508450F47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825" y="3557650"/>
            <a:ext cx="1294107" cy="10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85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6633-80EE-A796-D910-8871B797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177D5B-1F89-14FF-CF99-E6A80C30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248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cs typeface="Calibri Light"/>
              </a:rPr>
              <a:t>4.2.1 </a:t>
            </a:r>
            <a:r>
              <a:rPr lang="en-US" sz="4400" dirty="0" err="1">
                <a:cs typeface="Calibri Light"/>
              </a:rPr>
              <a:t>Réalisation</a:t>
            </a:r>
            <a:r>
              <a:rPr lang="en-US" sz="4400" dirty="0">
                <a:cs typeface="Calibri Light"/>
              </a:rPr>
              <a:t>: </a:t>
            </a:r>
            <a:r>
              <a:rPr lang="en-US" dirty="0" err="1">
                <a:cs typeface="Calibri Light"/>
              </a:rPr>
              <a:t>Règles</a:t>
            </a:r>
            <a:r>
              <a:rPr lang="en-US" sz="4400" dirty="0">
                <a:cs typeface="Calibri Light"/>
              </a:rPr>
              <a:t> </a:t>
            </a:r>
            <a:r>
              <a:rPr lang="en-US" sz="4400" dirty="0" err="1">
                <a:cs typeface="Calibri Light"/>
              </a:rPr>
              <a:t>Routage</a:t>
            </a:r>
            <a:endParaRPr lang="fr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5026E954-2776-E39B-7EA2-CE18AE0FC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2188"/>
            <a:ext cx="6031648" cy="370916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989AB5E-D360-F4C4-24A7-1D69DA36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79" y="2147889"/>
            <a:ext cx="3796185" cy="3709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AEBE7BF0-2D50-1A9A-9E99-7E0DC2595DCE}"/>
                  </a:ext>
                </a:extLst>
              </p14:cNvPr>
              <p14:cNvContentPartPr/>
              <p14:nvPr/>
            </p14:nvContentPartPr>
            <p14:xfrm>
              <a:off x="9140400" y="3947985"/>
              <a:ext cx="813600" cy="360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AEBE7BF0-2D50-1A9A-9E99-7E0DC2595D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34280" y="3941865"/>
                <a:ext cx="8258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EA66540B-D23E-5C79-5762-4F21CD5C48CF}"/>
                  </a:ext>
                </a:extLst>
              </p14:cNvPr>
              <p14:cNvContentPartPr/>
              <p14:nvPr/>
            </p14:nvContentPartPr>
            <p14:xfrm>
              <a:off x="9440640" y="4690305"/>
              <a:ext cx="500760" cy="36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EA66540B-D23E-5C79-5762-4F21CD5C48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34520" y="4684185"/>
                <a:ext cx="513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5FD0C942-4E3A-77F3-9DB5-AB0F8702FF3E}"/>
                  </a:ext>
                </a:extLst>
              </p14:cNvPr>
              <p14:cNvContentPartPr/>
              <p14:nvPr/>
            </p14:nvContentPartPr>
            <p14:xfrm>
              <a:off x="9388800" y="4708305"/>
              <a:ext cx="586440" cy="36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5FD0C942-4E3A-77F3-9DB5-AB0F8702FF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82680" y="4702185"/>
                <a:ext cx="598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6AB35C34-23FF-D519-BA41-98155181E52B}"/>
                  </a:ext>
                </a:extLst>
              </p14:cNvPr>
              <p14:cNvContentPartPr/>
              <p14:nvPr/>
            </p14:nvContentPartPr>
            <p14:xfrm>
              <a:off x="9191880" y="3947985"/>
              <a:ext cx="759240" cy="36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6AB35C34-23FF-D519-BA41-98155181E52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5760" y="3941865"/>
                <a:ext cx="7714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DCD33864-24FE-6805-26AD-3CFB23F1CEAC}"/>
                  </a:ext>
                </a:extLst>
              </p14:cNvPr>
              <p14:cNvContentPartPr/>
              <p14:nvPr/>
            </p14:nvContentPartPr>
            <p14:xfrm>
              <a:off x="9028800" y="3956985"/>
              <a:ext cx="920160" cy="36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DCD33864-24FE-6805-26AD-3CFB23F1CE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22680" y="3950865"/>
                <a:ext cx="932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AD5770AC-0378-2D4A-D597-4933AF2C5F57}"/>
                  </a:ext>
                </a:extLst>
              </p14:cNvPr>
              <p14:cNvContentPartPr/>
              <p14:nvPr/>
            </p14:nvContentPartPr>
            <p14:xfrm>
              <a:off x="2389680" y="4418505"/>
              <a:ext cx="460440" cy="36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AD5770AC-0378-2D4A-D597-4933AF2C5F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83560" y="4412385"/>
                <a:ext cx="472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A2DED670-5F42-EA71-FD99-C8B736C513CD}"/>
                  </a:ext>
                </a:extLst>
              </p14:cNvPr>
              <p14:cNvContentPartPr/>
              <p14:nvPr/>
            </p14:nvContentPartPr>
            <p14:xfrm>
              <a:off x="2441520" y="4427505"/>
              <a:ext cx="438480" cy="36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A2DED670-5F42-EA71-FD99-C8B736C513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35400" y="4421385"/>
                <a:ext cx="450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B9A9E5AA-5076-497D-8F31-0F57C3C029AE}"/>
                  </a:ext>
                </a:extLst>
              </p14:cNvPr>
              <p14:cNvContentPartPr/>
              <p14:nvPr/>
            </p14:nvContentPartPr>
            <p14:xfrm>
              <a:off x="2444040" y="4436865"/>
              <a:ext cx="407160" cy="360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B9A9E5AA-5076-497D-8F31-0F57C3C029A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37920" y="4430745"/>
                <a:ext cx="419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0F4CB943-FC4E-F0F2-C39F-510415C8D2EA}"/>
                  </a:ext>
                </a:extLst>
              </p14:cNvPr>
              <p14:cNvContentPartPr/>
              <p14:nvPr/>
            </p14:nvContentPartPr>
            <p14:xfrm>
              <a:off x="2706480" y="4138065"/>
              <a:ext cx="207720" cy="36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0F4CB943-FC4E-F0F2-C39F-510415C8D2E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00360" y="4131945"/>
                <a:ext cx="219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017522A1-20D3-E75E-410E-2793035B7EEF}"/>
                  </a:ext>
                </a:extLst>
              </p14:cNvPr>
              <p14:cNvContentPartPr/>
              <p14:nvPr/>
            </p14:nvContentPartPr>
            <p14:xfrm>
              <a:off x="2705040" y="4147065"/>
              <a:ext cx="145800" cy="36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017522A1-20D3-E75E-410E-2793035B7E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98920" y="4140945"/>
                <a:ext cx="158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CAE4E3C9-7A64-70C3-DD3C-C98930462B02}"/>
                  </a:ext>
                </a:extLst>
              </p14:cNvPr>
              <p14:cNvContentPartPr/>
              <p14:nvPr/>
            </p14:nvContentPartPr>
            <p14:xfrm>
              <a:off x="2710800" y="4156065"/>
              <a:ext cx="149040" cy="360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CAE4E3C9-7A64-70C3-DD3C-C98930462B0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04680" y="4149945"/>
                <a:ext cx="16128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5833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F197-B201-04CB-0C2B-51C01736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27925-833B-5820-0EAB-1281B463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cs typeface="Calibri Light"/>
              </a:rPr>
              <a:t>4.2.1 </a:t>
            </a:r>
            <a:r>
              <a:rPr lang="en-US" sz="4400" dirty="0" err="1">
                <a:cs typeface="Calibri Light"/>
              </a:rPr>
              <a:t>Réalisation</a:t>
            </a:r>
            <a:r>
              <a:rPr lang="en-US" sz="4400" dirty="0">
                <a:cs typeface="Calibri Light"/>
              </a:rPr>
              <a:t>: PCB </a:t>
            </a:r>
            <a:r>
              <a:rPr lang="en-US" sz="4400" dirty="0" err="1">
                <a:cs typeface="Calibri Light"/>
              </a:rPr>
              <a:t>Routage</a:t>
            </a:r>
            <a:endParaRPr lang="fr-CH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C83E3A7-A587-F802-32F0-00968DCE8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12665" y="1907106"/>
            <a:ext cx="5497923" cy="34766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97E9D09-B878-D533-B87C-E14254EAD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84" y="1916255"/>
            <a:ext cx="5497923" cy="34675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490EDAE-A58D-C011-8789-674D87796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2873486"/>
            <a:ext cx="2245875" cy="138110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0E8DDF6-6AC4-0D45-E735-6D3F3E247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825" y="3557650"/>
            <a:ext cx="1294107" cy="10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76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75B1-5342-BEB0-4FC8-C7BEF2CD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970F5-68FE-07DB-31F3-4D207D41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cs typeface="Calibri Light"/>
              </a:rPr>
              <a:t>4.2.1 </a:t>
            </a:r>
            <a:r>
              <a:rPr lang="en-US" sz="4400" dirty="0" err="1">
                <a:cs typeface="Calibri Light"/>
              </a:rPr>
              <a:t>Réalisation</a:t>
            </a:r>
            <a:r>
              <a:rPr lang="en-US" sz="4400" dirty="0">
                <a:cs typeface="Calibri Light"/>
              </a:rPr>
              <a:t>: PCB </a:t>
            </a:r>
            <a:r>
              <a:rPr lang="en-US" sz="4400" dirty="0" err="1">
                <a:cs typeface="Calibri Light"/>
              </a:rPr>
              <a:t>Routage</a:t>
            </a:r>
            <a:endParaRPr lang="fr-CH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A330801D-BF6E-9AFA-9816-D00399FC0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05328" y="1782128"/>
            <a:ext cx="5639974" cy="45729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C93EB24-DB9A-D3DB-346C-81198F9BF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328" y="4451298"/>
            <a:ext cx="2781688" cy="2953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87571B0-E7AC-0141-AB27-D1666E7DC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5328" y="1607595"/>
            <a:ext cx="2686425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50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D1379D-96B2-3D7D-E6B1-B883717D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4.2.2 Réalisation: PCB 3D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E53F1D-3781-ED17-1A8F-CAC2E8E38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12057"/>
            <a:ext cx="5614416" cy="3466901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3DE10B-D8E1-A60A-5500-F78D31586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2747147"/>
            <a:ext cx="5614416" cy="339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3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A0AE74-F541-B135-9467-5FF5961D8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4.3 Réalisation: Firmware, Stuctogramme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825C12A-8D4B-D36B-ED7D-F8BAA8389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70054"/>
            <a:ext cx="5614416" cy="3550908"/>
          </a:xfrm>
          <a:prstGeom prst="rect">
            <a:avLst/>
          </a:prstGeom>
        </p:spPr>
      </p:pic>
      <p:pic>
        <p:nvPicPr>
          <p:cNvPr id="5" name="Espace réservé du contenu 4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C0FF50ED-80F4-A876-B862-1E89162D8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3478581"/>
            <a:ext cx="5614416" cy="193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00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F7262-AB0C-837A-C603-2D845554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C45760-4AE9-829B-03CA-4E442A93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4.3 Réalisation: Firmware, Résultat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BE555B-5EBB-E985-72A4-6C8B0F2F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fr-CH" sz="220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076CBC6-21EF-B405-76EC-5353E7EED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254328"/>
            <a:ext cx="6903720" cy="43493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4704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E2E65-A213-4E8B-B5BD-9D3DED4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5. Contrôle Mise en service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DADA4FA-5321-1580-1A00-DF0AA7657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990" y="2642616"/>
            <a:ext cx="5096515" cy="36057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DA73016-E65A-08A4-B2A1-CD1B25EF5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91003"/>
            <a:ext cx="5614416" cy="350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78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2C429-7268-4494-B9C1-0F10F7D1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738CA-BE2D-47DC-8FD3-E73703ABB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 err="1"/>
              <a:t>Inverser</a:t>
            </a:r>
            <a:r>
              <a:rPr lang="en-US" dirty="0"/>
              <a:t> K1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entier</a:t>
            </a:r>
            <a:r>
              <a:rPr lang="en-US" dirty="0"/>
              <a:t>	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Inverser</a:t>
            </a:r>
            <a:r>
              <a:rPr lang="en-US" dirty="0"/>
              <a:t> </a:t>
            </a:r>
            <a:r>
              <a:rPr lang="en-US" dirty="0" err="1"/>
              <a:t>condensateur</a:t>
            </a:r>
            <a:r>
              <a:rPr lang="en-US" dirty="0"/>
              <a:t> C3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test points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deux </a:t>
            </a:r>
            <a:r>
              <a:rPr lang="en-US" dirty="0" err="1"/>
              <a:t>condensateurs</a:t>
            </a:r>
            <a:r>
              <a:rPr lang="en-US" dirty="0"/>
              <a:t> pour </a:t>
            </a:r>
            <a:r>
              <a:rPr lang="en-US" dirty="0" err="1"/>
              <a:t>lissage</a:t>
            </a:r>
            <a:r>
              <a:rPr lang="en-US" dirty="0"/>
              <a:t> du signal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Changement</a:t>
            </a:r>
            <a:r>
              <a:rPr lang="en-US" dirty="0"/>
              <a:t> </a:t>
            </a:r>
            <a:r>
              <a:rPr lang="en-US" dirty="0" err="1"/>
              <a:t>empreinte</a:t>
            </a:r>
            <a:r>
              <a:rPr lang="en-US" dirty="0"/>
              <a:t> Phototransistor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</a:t>
            </a:r>
            <a:r>
              <a:rPr lang="en-US" dirty="0" err="1"/>
              <a:t>SilkScreen</a:t>
            </a:r>
            <a:r>
              <a:rPr lang="en-US" dirty="0"/>
              <a:t> sur les </a:t>
            </a:r>
            <a:r>
              <a:rPr lang="en-US" dirty="0" err="1"/>
              <a:t>pistes</a:t>
            </a:r>
            <a:r>
              <a:rPr lang="en-US" dirty="0"/>
              <a:t> TOP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F381FCC-681C-2F61-CF26-B4D35E1E1277}"/>
              </a:ext>
            </a:extLst>
          </p:cNvPr>
          <p:cNvGrpSpPr/>
          <p:nvPr/>
        </p:nvGrpSpPr>
        <p:grpSpPr>
          <a:xfrm>
            <a:off x="8696454" y="1494250"/>
            <a:ext cx="932178" cy="962026"/>
            <a:chOff x="8729555" y="209300"/>
            <a:chExt cx="3367308" cy="359008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D6B8BEBB-514F-3DD6-EDB3-EA0C718F6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9555" y="217488"/>
              <a:ext cx="1533739" cy="35819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C3CC7A88-2642-D274-A839-B2C0A5D0D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51125" y="209300"/>
              <a:ext cx="1645738" cy="3581900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FAE61BE0-C1C2-85F5-705F-9BC377964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363" y="2454082"/>
            <a:ext cx="1485846" cy="60489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ABB97C8-3A11-6ABB-EAE2-A63E037BB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558" y="3538355"/>
            <a:ext cx="2638144" cy="277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1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8F38-B765-B343-119F-ED6302C8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6450-36E0-4D8E-063A-8B594FFB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E8AE-3B25-226C-C278-F55F592D3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6604FC9-FDE9-DF8F-8446-D21A2B1D1BD8}"/>
              </a:ext>
            </a:extLst>
          </p:cNvPr>
          <p:cNvGrpSpPr/>
          <p:nvPr/>
        </p:nvGrpSpPr>
        <p:grpSpPr>
          <a:xfrm>
            <a:off x="3255774" y="1690688"/>
            <a:ext cx="5266434" cy="4245991"/>
            <a:chOff x="8729555" y="209300"/>
            <a:chExt cx="3367308" cy="359008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E81E4102-23B2-366F-F33A-0405D2F9F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9555" y="217488"/>
              <a:ext cx="1533739" cy="35819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12C3512-3D3F-3CB1-230D-A0A6F8ED2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51125" y="209300"/>
              <a:ext cx="1645738" cy="3581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943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AC67-FBEA-AD0A-F9B5-EA1C8AF6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746A-84F8-5498-C945-84AD0ACA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30C8D-D49F-7939-4AFC-815E6CCF8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 err="1"/>
              <a:t>Inverser</a:t>
            </a:r>
            <a:r>
              <a:rPr lang="en-US" dirty="0"/>
              <a:t> K1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entier</a:t>
            </a:r>
            <a:r>
              <a:rPr lang="en-US" dirty="0"/>
              <a:t>	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Inverser</a:t>
            </a:r>
            <a:r>
              <a:rPr lang="en-US" dirty="0"/>
              <a:t> </a:t>
            </a:r>
            <a:r>
              <a:rPr lang="en-US" dirty="0" err="1"/>
              <a:t>condensateur</a:t>
            </a:r>
            <a:r>
              <a:rPr lang="en-US" dirty="0"/>
              <a:t> C3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test points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deux </a:t>
            </a:r>
            <a:r>
              <a:rPr lang="en-US" dirty="0" err="1"/>
              <a:t>condensateurs</a:t>
            </a:r>
            <a:r>
              <a:rPr lang="en-US" dirty="0"/>
              <a:t> pour </a:t>
            </a:r>
            <a:r>
              <a:rPr lang="en-US" dirty="0" err="1"/>
              <a:t>lissage</a:t>
            </a:r>
            <a:r>
              <a:rPr lang="en-US" dirty="0"/>
              <a:t> du signal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Changement</a:t>
            </a:r>
            <a:r>
              <a:rPr lang="en-US" dirty="0"/>
              <a:t> </a:t>
            </a:r>
            <a:r>
              <a:rPr lang="en-US" dirty="0" err="1"/>
              <a:t>empreinte</a:t>
            </a:r>
            <a:r>
              <a:rPr lang="en-US" dirty="0"/>
              <a:t> Phototransistor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</a:t>
            </a:r>
            <a:r>
              <a:rPr lang="en-US" dirty="0" err="1"/>
              <a:t>SilkScreen</a:t>
            </a:r>
            <a:r>
              <a:rPr lang="en-US" dirty="0"/>
              <a:t> sur les </a:t>
            </a:r>
            <a:r>
              <a:rPr lang="en-US" dirty="0" err="1"/>
              <a:t>pistes</a:t>
            </a:r>
            <a:r>
              <a:rPr lang="en-US" dirty="0"/>
              <a:t> TOP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DCA31C7-F8D9-AD41-666F-6AC82564AFEA}"/>
              </a:ext>
            </a:extLst>
          </p:cNvPr>
          <p:cNvGrpSpPr/>
          <p:nvPr/>
        </p:nvGrpSpPr>
        <p:grpSpPr>
          <a:xfrm>
            <a:off x="8696454" y="1494250"/>
            <a:ext cx="932178" cy="962026"/>
            <a:chOff x="8729555" y="209300"/>
            <a:chExt cx="3367308" cy="359008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A62AF51D-6E8C-A72F-262F-E830C5343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9555" y="217488"/>
              <a:ext cx="1533739" cy="35819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3CB6F2E-5DA7-3FEE-B983-8DD91EF1A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51125" y="209300"/>
              <a:ext cx="1645738" cy="3581900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55D6A65F-C302-3A03-77CC-80FA17583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363" y="2454082"/>
            <a:ext cx="1485846" cy="60489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6E82C2B-C60F-9BFE-A702-4832C1F0F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558" y="3538355"/>
            <a:ext cx="2638144" cy="277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87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CAFB-0A81-59C6-A556-C0B50C8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0CAC-88B2-C6C8-5BFC-13590463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9497-762D-EBE3-FF01-864ACAB1A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85EF088-D113-1502-7757-75152CEBF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994" y="2225482"/>
            <a:ext cx="7268819" cy="295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70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9E86-FD0E-2649-73CC-BB09BE9B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BB35-A4B0-B6DB-A40E-0A66A1A0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B4EA7-83A3-0B4F-AD70-D457A92D2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 err="1"/>
              <a:t>Inverser</a:t>
            </a:r>
            <a:r>
              <a:rPr lang="en-US" dirty="0"/>
              <a:t> K1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entier</a:t>
            </a:r>
            <a:r>
              <a:rPr lang="en-US" dirty="0"/>
              <a:t>	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Inverser</a:t>
            </a:r>
            <a:r>
              <a:rPr lang="en-US" dirty="0"/>
              <a:t> </a:t>
            </a:r>
            <a:r>
              <a:rPr lang="en-US" dirty="0" err="1"/>
              <a:t>condensateur</a:t>
            </a:r>
            <a:r>
              <a:rPr lang="en-US" dirty="0"/>
              <a:t> C3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test points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deux </a:t>
            </a:r>
            <a:r>
              <a:rPr lang="en-US" dirty="0" err="1"/>
              <a:t>condensateurs</a:t>
            </a:r>
            <a:r>
              <a:rPr lang="en-US" dirty="0"/>
              <a:t> pour </a:t>
            </a:r>
            <a:r>
              <a:rPr lang="en-US" dirty="0" err="1"/>
              <a:t>lissage</a:t>
            </a:r>
            <a:r>
              <a:rPr lang="en-US" dirty="0"/>
              <a:t> du signal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Changement</a:t>
            </a:r>
            <a:r>
              <a:rPr lang="en-US" dirty="0"/>
              <a:t> </a:t>
            </a:r>
            <a:r>
              <a:rPr lang="en-US" dirty="0" err="1"/>
              <a:t>empreinte</a:t>
            </a:r>
            <a:r>
              <a:rPr lang="en-US" dirty="0"/>
              <a:t> Phototransistor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</a:t>
            </a:r>
            <a:r>
              <a:rPr lang="en-US" dirty="0" err="1"/>
              <a:t>SilkScreen</a:t>
            </a:r>
            <a:r>
              <a:rPr lang="en-US" dirty="0"/>
              <a:t> sur les </a:t>
            </a:r>
            <a:r>
              <a:rPr lang="en-US" dirty="0" err="1"/>
              <a:t>pistes</a:t>
            </a:r>
            <a:r>
              <a:rPr lang="en-US" dirty="0"/>
              <a:t> TOP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2CFB293F-C607-85DA-D702-B9D22D32017D}"/>
              </a:ext>
            </a:extLst>
          </p:cNvPr>
          <p:cNvGrpSpPr/>
          <p:nvPr/>
        </p:nvGrpSpPr>
        <p:grpSpPr>
          <a:xfrm>
            <a:off x="8696454" y="1494250"/>
            <a:ext cx="932178" cy="962026"/>
            <a:chOff x="8729555" y="209300"/>
            <a:chExt cx="3367308" cy="359008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217B633C-A04F-8228-36D4-9397F080B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9555" y="217488"/>
              <a:ext cx="1533739" cy="35819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42A04CB3-72B0-FE53-B9D7-57977A30E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51125" y="209300"/>
              <a:ext cx="1645738" cy="3581900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E9D23BC4-613F-E7E2-FCB3-C1E6048DE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363" y="2454082"/>
            <a:ext cx="1485846" cy="60489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2E64078-65CD-9F60-2B5E-2C855D13D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558" y="3538355"/>
            <a:ext cx="2638144" cy="277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73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42CC-1035-50B0-EA58-8013C558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5E95-8BB6-470D-3D74-FC31E629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0B89-4B97-B63D-8C40-6635EC0C3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502DCA7-DE82-9986-7658-804CB197A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848" y="1514729"/>
            <a:ext cx="4607152" cy="484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6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20C7-9665-3E43-DC4C-A7169870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96D2-1495-9409-5720-5CDE81DF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5CD86-7181-0388-20A5-30AB2F4FA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 err="1"/>
              <a:t>Inverser</a:t>
            </a:r>
            <a:r>
              <a:rPr lang="en-US" dirty="0"/>
              <a:t> K1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entier</a:t>
            </a:r>
            <a:r>
              <a:rPr lang="en-US" dirty="0"/>
              <a:t>	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Inverser</a:t>
            </a:r>
            <a:r>
              <a:rPr lang="en-US" dirty="0"/>
              <a:t> </a:t>
            </a:r>
            <a:r>
              <a:rPr lang="en-US" dirty="0" err="1"/>
              <a:t>condensateur</a:t>
            </a:r>
            <a:r>
              <a:rPr lang="en-US" dirty="0"/>
              <a:t> C3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test points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deux </a:t>
            </a:r>
            <a:r>
              <a:rPr lang="en-US" dirty="0" err="1"/>
              <a:t>condensateurs</a:t>
            </a:r>
            <a:r>
              <a:rPr lang="en-US" dirty="0"/>
              <a:t> pour </a:t>
            </a:r>
            <a:r>
              <a:rPr lang="en-US" dirty="0" err="1"/>
              <a:t>lissage</a:t>
            </a:r>
            <a:r>
              <a:rPr lang="en-US" dirty="0"/>
              <a:t> du signal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Changement</a:t>
            </a:r>
            <a:r>
              <a:rPr lang="en-US" dirty="0"/>
              <a:t> </a:t>
            </a:r>
            <a:r>
              <a:rPr lang="en-US" dirty="0" err="1"/>
              <a:t>empreinte</a:t>
            </a:r>
            <a:r>
              <a:rPr lang="en-US" dirty="0"/>
              <a:t> Phototransistor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 err="1"/>
              <a:t>Ajout</a:t>
            </a:r>
            <a:r>
              <a:rPr lang="en-US" dirty="0"/>
              <a:t> de </a:t>
            </a:r>
            <a:r>
              <a:rPr lang="en-US" dirty="0" err="1"/>
              <a:t>SilkScreen</a:t>
            </a:r>
            <a:r>
              <a:rPr lang="en-US" dirty="0"/>
              <a:t> sur les </a:t>
            </a:r>
            <a:r>
              <a:rPr lang="en-US" dirty="0" err="1"/>
              <a:t>pistes</a:t>
            </a:r>
            <a:r>
              <a:rPr lang="en-US" dirty="0"/>
              <a:t> TOP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8F4A12D-DD57-408F-0BFA-70ACE94BC8C9}"/>
              </a:ext>
            </a:extLst>
          </p:cNvPr>
          <p:cNvGrpSpPr/>
          <p:nvPr/>
        </p:nvGrpSpPr>
        <p:grpSpPr>
          <a:xfrm>
            <a:off x="9256851" y="1504987"/>
            <a:ext cx="932178" cy="962026"/>
            <a:chOff x="8729555" y="209300"/>
            <a:chExt cx="3367308" cy="359008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73E71A73-DC46-C92F-73E6-55E267067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9555" y="217488"/>
              <a:ext cx="1533739" cy="35819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A53160C6-24B4-38AB-34D8-379C5BE58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51125" y="209300"/>
              <a:ext cx="1645738" cy="3581900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A8CA3502-72A5-A647-6105-DB2A8FAD8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711" y="2454082"/>
            <a:ext cx="1485846" cy="60489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BB5868-BF14-5B05-CDBB-04543A5C6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255" y="3429000"/>
            <a:ext cx="2140021" cy="224985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A163245-EAC5-79A9-BDC8-87E7DC60FF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124" y="4873223"/>
            <a:ext cx="2140021" cy="182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76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464D-1DFC-3BA9-288D-E186E670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0018-CAE4-A6E8-1899-89CDDA611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6. Evaluation: Modifications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1CE89-E7D3-3213-BF26-11CE37CFB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81612D3-F2DC-20FF-E43B-1DEE1AA13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132" y="1432433"/>
            <a:ext cx="6176564" cy="52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45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2C429-7268-4494-B9C1-0F10F7D1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>
                <a:cs typeface="Calibri Light"/>
              </a:rPr>
              <a:t>6. Evaluation: </a:t>
            </a:r>
            <a:r>
              <a:rPr lang="en-US" dirty="0" err="1">
                <a:cs typeface="Calibri Light"/>
              </a:rPr>
              <a:t>Amélioration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738CA-BE2D-47DC-8FD3-E73703ABB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Changer les Jumpers X1 et X2 par des switchs</a:t>
            </a:r>
          </a:p>
          <a:p>
            <a:endParaRPr lang="en-US" sz="1800"/>
          </a:p>
          <a:p>
            <a:r>
              <a:rPr lang="en-US" sz="1800"/>
              <a:t>Ajout d’un rail pour cacher les capteurs</a:t>
            </a:r>
          </a:p>
          <a:p>
            <a:endParaRPr lang="en-US" sz="1800"/>
          </a:p>
          <a:p>
            <a:r>
              <a:rPr lang="en-US" sz="1800"/>
              <a:t>Ajout d’une LED lampadaire</a:t>
            </a:r>
          </a:p>
          <a:p>
            <a:endParaRPr lang="en-US" sz="1800"/>
          </a:p>
          <a:p>
            <a:r>
              <a:rPr lang="en-US" sz="1800"/>
              <a:t>Ajout gaine thermo sur capteurs</a:t>
            </a:r>
          </a:p>
        </p:txBody>
      </p:sp>
      <p:pic>
        <p:nvPicPr>
          <p:cNvPr id="5" name="Image 4" descr="Une image contenant Graphique, graphisme, Police, conception&#10;&#10;Le contenu généré par l’IA peut être incorrect.">
            <a:extLst>
              <a:ext uri="{FF2B5EF4-FFF2-40B4-BE49-F238E27FC236}">
                <a16:creationId xmlns:a16="http://schemas.microsoft.com/office/drawing/2014/main" id="{A9CF767E-7DD6-DBDE-B8FC-4AEFB1F2F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261" y="1486611"/>
            <a:ext cx="5837780" cy="388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27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75F24C-9B65-79AA-E3BB-0C74B656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5400" dirty="0">
                <a:cs typeface="Calibri Light"/>
              </a:rPr>
              <a:t>6. Evaluation: </a:t>
            </a:r>
            <a:br>
              <a:rPr lang="en-US" sz="5400" dirty="0">
                <a:cs typeface="Calibri Light"/>
              </a:rPr>
            </a:br>
            <a:r>
              <a:rPr lang="en-US" sz="5000" dirty="0">
                <a:cs typeface="Calibri Light"/>
              </a:rPr>
              <a:t>Avis personnel</a:t>
            </a:r>
            <a:endParaRPr lang="fr-CH" sz="5000" dirty="0"/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40735C72-346D-396C-3A6B-7209C153B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3600" dirty="0"/>
              <a:t>Les +</a:t>
            </a:r>
          </a:p>
          <a:p>
            <a:endParaRPr lang="en-US" sz="3600" dirty="0"/>
          </a:p>
          <a:p>
            <a:r>
              <a:rPr lang="en-US" sz="3600" dirty="0"/>
              <a:t>Les -</a:t>
            </a:r>
          </a:p>
        </p:txBody>
      </p:sp>
      <p:pic>
        <p:nvPicPr>
          <p:cNvPr id="6" name="Espace réservé du contenu 5" descr="Une image contenant dessin humoristique, symbole, signe&#10;&#10;Le contenu généré par l’IA peut être incorrect.">
            <a:extLst>
              <a:ext uri="{FF2B5EF4-FFF2-40B4-BE49-F238E27FC236}">
                <a16:creationId xmlns:a16="http://schemas.microsoft.com/office/drawing/2014/main" id="{6C79E238-89E2-DDEF-493B-5A96B4EE9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01292"/>
            <a:ext cx="5458968" cy="4255416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026D4E-12FE-6A30-9639-A8B52AC1F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H" sz="900"/>
              <a:t>EMF / NOM Prénom / Data &lt;-- à modifier partout avec Insertion -&gt; En-tête/Pied -&gt; Pied de page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63101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CF9C3D0-D31B-4B42-9EA6-562AF8FEFBC5}"/>
              </a:ext>
            </a:extLst>
          </p:cNvPr>
          <p:cNvSpPr txBox="1">
            <a:spLocks/>
          </p:cNvSpPr>
          <p:nvPr/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800"/>
              <a:t>Merci pour votre écoute</a:t>
            </a:r>
          </a:p>
          <a:p>
            <a:pPr>
              <a:spcAft>
                <a:spcPts val="600"/>
              </a:spcAft>
            </a:pPr>
            <a:br>
              <a:rPr lang="en-US" sz="3800"/>
            </a:br>
            <a:r>
              <a:rPr lang="en-US" sz="3800"/>
              <a:t>Avez-vous des questions … ?</a:t>
            </a:r>
          </a:p>
        </p:txBody>
      </p:sp>
      <p:pic>
        <p:nvPicPr>
          <p:cNvPr id="3" name="Image 2" descr="Une image contenant habits, homme, brouillard, personne&#10;&#10;Le contenu généré par l’IA peut être incorrect.">
            <a:extLst>
              <a:ext uri="{FF2B5EF4-FFF2-40B4-BE49-F238E27FC236}">
                <a16:creationId xmlns:a16="http://schemas.microsoft.com/office/drawing/2014/main" id="{3CF2FAA6-69B4-6D19-5742-D1F888B701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70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92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704</Words>
  <Application>Microsoft Office PowerPoint</Application>
  <PresentationFormat>Grand écran</PresentationFormat>
  <Paragraphs>140</Paragraphs>
  <Slides>35</Slides>
  <Notes>14</Notes>
  <HiddenSlides>0</HiddenSlides>
  <MMClips>1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Calibri Light</vt:lpstr>
      <vt:lpstr>Cambria Math</vt:lpstr>
      <vt:lpstr>Thème Office</vt:lpstr>
      <vt:lpstr>Présentation PowerPoint</vt:lpstr>
      <vt:lpstr> Carte Electronique didactique pour Module E213</vt:lpstr>
      <vt:lpstr>Déroulement de cette présentation</vt:lpstr>
      <vt:lpstr>1. Information: Objectifs du projet</vt:lpstr>
      <vt:lpstr>1. Information: Tâches à réaliser</vt:lpstr>
      <vt:lpstr>2. Plannification</vt:lpstr>
      <vt:lpstr>3. Décision: les plus importantes</vt:lpstr>
      <vt:lpstr>4. Réalisation: Schéma bloc</vt:lpstr>
      <vt:lpstr>4.1 Réalisation: Schématique Globale</vt:lpstr>
      <vt:lpstr>4.1.1 Réalisation: Schématique Soustracteur</vt:lpstr>
      <vt:lpstr>4.1 Réalisation: Schématique Globale</vt:lpstr>
      <vt:lpstr>4.1.2 Réalisation: Schématique Additionneur</vt:lpstr>
      <vt:lpstr>4.1 Réalisation: Schématique Globale</vt:lpstr>
      <vt:lpstr>4.1.3 Réalisation: Schématique Générateur de Bruit</vt:lpstr>
      <vt:lpstr>4.1 Réalisation: Schématique Globale</vt:lpstr>
      <vt:lpstr>4.1.4 Réalisation: Schématique Comparateur Hystérèse</vt:lpstr>
      <vt:lpstr>4.2.1 Réalisation: PCB Routage</vt:lpstr>
      <vt:lpstr>4.2.1 Réalisation: Règles Routage</vt:lpstr>
      <vt:lpstr>4.2.1 Réalisation: PCB Routage</vt:lpstr>
      <vt:lpstr>4.2.1 Réalisation: PCB Routage</vt:lpstr>
      <vt:lpstr>4.2.2 Réalisation: PCB 3D</vt:lpstr>
      <vt:lpstr>4.3 Réalisation: Firmware, Stuctogramme</vt:lpstr>
      <vt:lpstr>4.3 Réalisation: Firmware, Résultat</vt:lpstr>
      <vt:lpstr>5. Contrôle Mise en service</vt:lpstr>
      <vt:lpstr>6. Evaluation: Modifications</vt:lpstr>
      <vt:lpstr>6. Evaluation: Modifications</vt:lpstr>
      <vt:lpstr>6. Evaluation: Modifications</vt:lpstr>
      <vt:lpstr>6. Evaluation: Modifications</vt:lpstr>
      <vt:lpstr>6. Evaluation: Modifications</vt:lpstr>
      <vt:lpstr>6. Evaluation: Modifications</vt:lpstr>
      <vt:lpstr>6. Evaluation: Modifications</vt:lpstr>
      <vt:lpstr>6. Evaluation: Modifications</vt:lpstr>
      <vt:lpstr>6. Evaluation: Amélioration</vt:lpstr>
      <vt:lpstr>6. Evaluation:  Avis personnel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Pittet Loïc</cp:lastModifiedBy>
  <cp:revision>4</cp:revision>
  <dcterms:created xsi:type="dcterms:W3CDTF">2013-07-15T20:26:40Z</dcterms:created>
  <dcterms:modified xsi:type="dcterms:W3CDTF">2025-06-12T07:11:27Z</dcterms:modified>
</cp:coreProperties>
</file>